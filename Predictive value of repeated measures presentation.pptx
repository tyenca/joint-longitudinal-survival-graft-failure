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autoCompressPictures="0">
  <p:sldMasterIdLst>
    <p:sldMasterId id="2147483648" r:id="rId4"/>
  </p:sldMasterIdLst>
  <p:notesMasterIdLst>
    <p:notesMasterId r:id="rId27"/>
  </p:notesMasterIdLst>
  <p:handoutMasterIdLst>
    <p:handoutMasterId r:id="rId28"/>
  </p:handoutMasterIdLst>
  <p:sldIdLst>
    <p:sldId id="256" r:id="rId5"/>
    <p:sldId id="326" r:id="rId6"/>
    <p:sldId id="317" r:id="rId7"/>
    <p:sldId id="318" r:id="rId8"/>
    <p:sldId id="323" r:id="rId9"/>
    <p:sldId id="319" r:id="rId10"/>
    <p:sldId id="320" r:id="rId11"/>
    <p:sldId id="327" r:id="rId12"/>
    <p:sldId id="324" r:id="rId13"/>
    <p:sldId id="337" r:id="rId14"/>
    <p:sldId id="330" r:id="rId15"/>
    <p:sldId id="325" r:id="rId16"/>
    <p:sldId id="336" r:id="rId17"/>
    <p:sldId id="331" r:id="rId18"/>
    <p:sldId id="332" r:id="rId19"/>
    <p:sldId id="333" r:id="rId20"/>
    <p:sldId id="334" r:id="rId21"/>
    <p:sldId id="335" r:id="rId22"/>
    <p:sldId id="338" r:id="rId23"/>
    <p:sldId id="339" r:id="rId24"/>
    <p:sldId id="340" r:id="rId25"/>
    <p:sldId id="328" r:id="rId2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00000000-0000-0000-0000-000000000000}" name="Author" initials="A" userId="Author" providerId="AD"/>
</p188:authorLst>
</file>

<file path=ppt/commentAuthors.xml><?xml version="1.0" encoding="utf-8"?>
<p:cmAuthorLst xmlns:a="http://schemas.openxmlformats.org/drawingml/2006/main" xmlns:r="http://schemas.openxmlformats.org/officeDocument/2006/relationships" xmlns:p="http://schemas.openxmlformats.org/presentationml/2006/main">
  <p:cmAuthor id="3" name="Author" initials="A" lastIdx="0" clrIdx="2"/>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E9E5DC"/>
    <a:srgbClr val="8593A8"/>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4490A30C-B2E9-15DE-FFAC-91D42512AE79}" v="5282" dt="2025-11-23T13:35:27.737"/>
    <p1510:client id="{793E9E3E-4B4E-BA26-A6BF-9A0B00F38C38}" v="814" dt="2025-11-23T17:11:44.584"/>
    <p1510:client id="{D8A29B54-ABB5-6CF8-23BE-3496D48640C0}" v="106" dt="2025-11-23T18:28:41.807"/>
    <p1510:client id="{E73048AA-74A7-4101-975D-EDDD1D4CA75D}" v="1371" dt="2025-11-23T18:29:59.101"/>
  </p1510:revLst>
</p1510:revInfo>
</file>

<file path=ppt/tableStyles.xml><?xml version="1.0" encoding="utf-8"?>
<a:tblStyleLst xmlns:a="http://schemas.openxmlformats.org/drawingml/2006/main" def="{616DA210-FB5B-4158-B5E0-FEB733F419B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35758FB7-9AC5-4552-8A53-C91805E547FA}" styleName="Themed Style 1 - Accent 5">
    <a:tblBg>
      <a:fillRef idx="2">
        <a:schemeClr val="accent5"/>
      </a:fillRef>
      <a:effectRef idx="1">
        <a:schemeClr val="accent5"/>
      </a:effectRef>
    </a:tblBg>
    <a:wholeTbl>
      <a:tcTxStyle>
        <a:fontRef idx="minor">
          <a:scrgbClr r="0" g="0" b="0"/>
        </a:fontRef>
        <a:schemeClr val="dk1"/>
      </a:tcTxStyle>
      <a:tcStyle>
        <a:tcBdr>
          <a:left>
            <a:lnRef idx="1">
              <a:schemeClr val="accent5"/>
            </a:lnRef>
          </a:left>
          <a:right>
            <a:lnRef idx="1">
              <a:schemeClr val="accent5"/>
            </a:lnRef>
          </a:right>
          <a:top>
            <a:lnRef idx="1">
              <a:schemeClr val="accent5"/>
            </a:lnRef>
          </a:top>
          <a:bottom>
            <a:lnRef idx="1">
              <a:schemeClr val="accent5"/>
            </a:lnRef>
          </a:bottom>
          <a:insideH>
            <a:lnRef idx="1">
              <a:schemeClr val="accent5"/>
            </a:lnRef>
          </a:insideH>
          <a:insideV>
            <a:lnRef idx="1">
              <a:schemeClr val="accent5"/>
            </a:lnRef>
          </a:insideV>
        </a:tcBdr>
        <a:fill>
          <a:noFill/>
        </a:fill>
      </a:tcStyle>
    </a:wholeTbl>
    <a:band1H>
      <a:tcStyle>
        <a:tcBdr/>
        <a:fill>
          <a:solidFill>
            <a:schemeClr val="accent5">
              <a:alpha val="40000"/>
            </a:schemeClr>
          </a:solidFill>
        </a:fill>
      </a:tcStyle>
    </a:band1H>
    <a:band2H>
      <a:tcStyle>
        <a:tcBdr/>
      </a:tcStyle>
    </a:band2H>
    <a:band1V>
      <a:tcStyle>
        <a:tcBdr>
          <a:top>
            <a:lnRef idx="1">
              <a:schemeClr val="accent5"/>
            </a:lnRef>
          </a:top>
          <a:bottom>
            <a:lnRef idx="1">
              <a:schemeClr val="accent5"/>
            </a:lnRef>
          </a:bottom>
        </a:tcBdr>
        <a:fill>
          <a:solidFill>
            <a:schemeClr val="accent5">
              <a:alpha val="40000"/>
            </a:schemeClr>
          </a:solidFill>
        </a:fill>
      </a:tcStyle>
    </a:band1V>
    <a:band2V>
      <a:tcStyle>
        <a:tcBdr/>
      </a:tcStyle>
    </a:band2V>
    <a:lastCol>
      <a:tcTxStyle b="on"/>
      <a:tcStyle>
        <a:tcBdr>
          <a:left>
            <a:lnRef idx="2">
              <a:schemeClr val="accent5"/>
            </a:lnRef>
          </a:left>
          <a:right>
            <a:lnRef idx="1">
              <a:schemeClr val="accent5"/>
            </a:lnRef>
          </a:right>
          <a:top>
            <a:lnRef idx="1">
              <a:schemeClr val="accent5"/>
            </a:lnRef>
          </a:top>
          <a:bottom>
            <a:lnRef idx="1">
              <a:schemeClr val="accent5"/>
            </a:lnRef>
          </a:bottom>
          <a:insideH>
            <a:lnRef idx="1">
              <a:schemeClr val="accent5"/>
            </a:lnRef>
          </a:insideH>
          <a:insideV>
            <a:ln>
              <a:noFill/>
            </a:ln>
          </a:insideV>
        </a:tcBdr>
      </a:tcStyle>
    </a:lastCol>
    <a:firstCol>
      <a:tcTxStyle b="on"/>
      <a:tcStyle>
        <a:tcBdr>
          <a:left>
            <a:lnRef idx="1">
              <a:schemeClr val="accent5"/>
            </a:lnRef>
          </a:left>
          <a:right>
            <a:lnRef idx="2">
              <a:schemeClr val="accent5"/>
            </a:lnRef>
          </a:right>
          <a:top>
            <a:lnRef idx="1">
              <a:schemeClr val="accent5"/>
            </a:lnRef>
          </a:top>
          <a:bottom>
            <a:lnRef idx="1">
              <a:schemeClr val="accent5"/>
            </a:lnRef>
          </a:bottom>
          <a:insideH>
            <a:lnRef idx="1">
              <a:schemeClr val="accent5"/>
            </a:lnRef>
          </a:insideH>
          <a:insideV>
            <a:ln>
              <a:noFill/>
            </a:ln>
          </a:insideV>
        </a:tcBdr>
      </a:tcStyle>
    </a:firstCol>
    <a:lastRow>
      <a:tcTxStyle b="on"/>
      <a:tcStyle>
        <a:tcBdr>
          <a:left>
            <a:lnRef idx="1">
              <a:schemeClr val="accent5"/>
            </a:lnRef>
          </a:left>
          <a:right>
            <a:lnRef idx="1">
              <a:schemeClr val="accent5"/>
            </a:lnRef>
          </a:right>
          <a:top>
            <a:lnRef idx="2">
              <a:schemeClr val="accent5"/>
            </a:lnRef>
          </a:top>
          <a:bottom>
            <a:lnRef idx="2">
              <a:schemeClr val="accent5"/>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5"/>
            </a:lnRef>
          </a:left>
          <a:right>
            <a:lnRef idx="1">
              <a:schemeClr val="accent5"/>
            </a:lnRef>
          </a:right>
          <a:top>
            <a:lnRef idx="1">
              <a:schemeClr val="accent5"/>
            </a:lnRef>
          </a:top>
          <a:bottom>
            <a:lnRef idx="2">
              <a:schemeClr val="lt1"/>
            </a:lnRef>
          </a:bottom>
          <a:insideH>
            <a:ln>
              <a:noFill/>
            </a:ln>
          </a:insideH>
          <a:insideV>
            <a:ln>
              <a:noFill/>
            </a:ln>
          </a:insideV>
        </a:tcBdr>
        <a:fill>
          <a:solidFill>
            <a:schemeClr val="accent5"/>
          </a:solidFill>
        </a:fill>
      </a:tcStyle>
    </a:firstRow>
  </a:tblStyle>
  <a:tblStyle styleId="{8799B23B-EC83-4686-B30A-512413B5E67A}" styleName="Light Style 3 - Accent 3">
    <a:wholeTbl>
      <a:tcTxStyle>
        <a:fontRef idx="minor">
          <a:scrgbClr r="0" g="0" b="0"/>
        </a:fontRef>
        <a:schemeClr val="tx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noFill/>
        </a:fill>
      </a:tcStyle>
    </a:wholeTbl>
    <a:band1H>
      <a:tcStyle>
        <a:tcBdr/>
        <a:fill>
          <a:solidFill>
            <a:schemeClr val="accent3">
              <a:alpha val="20000"/>
            </a:schemeClr>
          </a:solidFill>
        </a:fill>
      </a:tcStyle>
    </a:band1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noFill/>
        </a:fill>
      </a:tcStyle>
    </a:lastRow>
    <a:firstRow>
      <a:tcTxStyle b="on"/>
      <a:tcStyle>
        <a:tcBdr>
          <a:bottom>
            <a:ln w="25400" cmpd="sng">
              <a:solidFill>
                <a:schemeClr val="accent3"/>
              </a:solidFill>
            </a:ln>
          </a:bottom>
        </a:tcBdr>
        <a:fill>
          <a:no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616DA210-FB5B-4158-B5E0-FEB733F419BA}" styleName="Light Style 3">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band1H>
      <a:tcStyle>
        <a:tcBdr/>
        <a:fill>
          <a:solidFill>
            <a:schemeClr val="tx1">
              <a:alpha val="20000"/>
            </a:schemeClr>
          </a:solidFill>
        </a:fill>
      </a:tcStyle>
    </a:band1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50800" cmpd="dbl">
              <a:solidFill>
                <a:schemeClr val="tx1"/>
              </a:solidFill>
            </a:ln>
          </a:top>
        </a:tcBdr>
        <a:fill>
          <a:noFill/>
        </a:fill>
      </a:tcStyle>
    </a:lastRow>
    <a:firstRow>
      <a:tcTxStyle b="on"/>
      <a:tcStyle>
        <a:tcBdr>
          <a:bottom>
            <a:ln w="25400" cmpd="sng">
              <a:solidFill>
                <a:schemeClr val="tx1"/>
              </a:solidFill>
            </a:ln>
          </a:bottom>
        </a:tcBdr>
        <a:fill>
          <a:noFill/>
        </a:fill>
      </a:tcStyle>
    </a:firstRow>
  </a:tblStyle>
  <a:tblStyle styleId="{BC89EF96-8CEA-46FF-86C4-4CE0E7609802}" styleName="Light Style 3 - Accent 1">
    <a:wholeTbl>
      <a:tcTxStyle>
        <a:fontRef idx="minor">
          <a:scrgbClr r="0" g="0" b="0"/>
        </a:fontRef>
        <a:schemeClr val="tx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no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noFill/>
        </a:fill>
      </a:tcStyle>
    </a:lastRow>
    <a:firstRow>
      <a:tcTxStyle b="on"/>
      <a:tcStyle>
        <a:tcBdr>
          <a:bottom>
            <a:ln w="25400" cmpd="sng">
              <a:solidFill>
                <a:schemeClr val="accent1"/>
              </a:solidFill>
            </a:ln>
          </a:bottom>
        </a:tcBdr>
        <a:fill>
          <a:noFill/>
        </a:fill>
      </a:tcStyle>
    </a:firstRow>
  </a:tblStyle>
  <a:tblStyle styleId="{793D81CF-94F2-401A-BA57-92F5A7B2D0C5}" styleName="Stijl, gemiddeld 1">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lt1"/>
          </a:solidFill>
        </a:fill>
      </a:tcStyle>
    </a:lastRow>
    <a:firstRow>
      <a:tcTxStyle b="on">
        <a:fontRef idx="minor">
          <a:scrgbClr r="0" g="0" b="0"/>
        </a:fontRef>
        <a:schemeClr val="lt1"/>
      </a:tcTxStyle>
      <a:tcStyle>
        <a:tcBdr/>
        <a:fill>
          <a:solidFill>
            <a:schemeClr val="dk1"/>
          </a:solidFill>
        </a:fill>
      </a:tcStyle>
    </a:firstRow>
  </a:tblStyle>
  <a:tblStyle styleId="{9D7B26C5-4107-4FEC-AEDC-1716B250A1EF}" styleName="Stijl, licht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 styleId="{5940675A-B579-460E-94D1-54222C63F5DA}" styleName="Geen stijl, tabelraster">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D7AC3CCA-C797-4891-BE02-D94E43425B78}" styleName="Stijl, gemiddeld 4">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w="12700" cmpd="sng">
              <a:solidFill>
                <a:schemeClr val="dk1"/>
              </a:solid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tcStyle>
    </a:lastCol>
    <a:firstCol>
      <a:tcTxStyle b="on"/>
      <a:tcStyle>
        <a:tcBdr/>
      </a:tcStyle>
    </a:firstCol>
    <a:lastRow>
      <a:tcTxStyle b="on"/>
      <a:tcStyle>
        <a:tcBdr>
          <a:top>
            <a:ln w="25400" cmpd="sng">
              <a:solidFill>
                <a:schemeClr val="dk1"/>
              </a:solidFill>
            </a:ln>
          </a:top>
        </a:tcBdr>
        <a:fill>
          <a:solidFill>
            <a:schemeClr val="dk1">
              <a:tint val="20000"/>
            </a:schemeClr>
          </a:solidFill>
        </a:fill>
      </a:tcStyle>
    </a:lastRow>
    <a:firstRow>
      <a:tcTxStyle b="on"/>
      <a:tcStyle>
        <a:tcBdr/>
        <a:fill>
          <a:solidFill>
            <a:schemeClr val="dk1">
              <a:tint val="20000"/>
            </a:schemeClr>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slideViewPr>
    <p:cSldViewPr snapToGrid="0">
      <p:cViewPr>
        <p:scale>
          <a:sx n="1" d="2"/>
          <a:sy n="1" d="2"/>
        </p:scale>
        <p:origin x="0" y="0"/>
      </p:cViewPr>
      <p:guideLst/>
    </p:cSldViewPr>
  </p:slide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 Type="http://schemas.openxmlformats.org/officeDocument/2006/relationships/customXml" Target="../customXml/item3.xml"/><Relationship Id="rId21" Type="http://schemas.openxmlformats.org/officeDocument/2006/relationships/slide" Target="slides/slide17.xml"/><Relationship Id="rId34" Type="http://schemas.microsoft.com/office/2016/11/relationships/changesInfo" Target="changesInfos/changesInfo1.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tableStyles" Target="tableStyles.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commentAuthors" Target="commentAuthor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theme" Target="theme/theme1.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handoutMaster" Target="handoutMasters/handoutMaster1.xml"/><Relationship Id="rId36" Type="http://schemas.microsoft.com/office/2018/10/relationships/authors" Target="authors.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viewProps" Target="viewProp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notesMaster" Target="notesMasters/notesMaster1.xml"/><Relationship Id="rId30" Type="http://schemas.openxmlformats.org/officeDocument/2006/relationships/presProps" Target="presProps.xml"/><Relationship Id="rId35" Type="http://schemas.microsoft.com/office/2015/10/relationships/revisionInfo" Target="revisionInfo.xml"/><Relationship Id="rId8" Type="http://schemas.openxmlformats.org/officeDocument/2006/relationships/slide" Target="slides/slide4.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Tyenca de Graf" userId="S::tyenca.de.graf@student.uva.nl::f1cee14c-25a4-487c-9270-6c7626aef750" providerId="AD" clId="Web-{08D255E5-829D-CCFF-6764-C69E24261F04}"/>
    <pc:docChg chg="addSld delSld modSld">
      <pc:chgData name="Tyenca de Graf" userId="S::tyenca.de.graf@student.uva.nl::f1cee14c-25a4-487c-9270-6c7626aef750" providerId="AD" clId="Web-{08D255E5-829D-CCFF-6764-C69E24261F04}" dt="2025-11-19T20:31:41.570" v="1569" actId="20577"/>
      <pc:docMkLst>
        <pc:docMk/>
      </pc:docMkLst>
      <pc:sldChg chg="addSp modSp new">
        <pc:chgData name="Tyenca de Graf" userId="S::tyenca.de.graf@student.uva.nl::f1cee14c-25a4-487c-9270-6c7626aef750" providerId="AD" clId="Web-{08D255E5-829D-CCFF-6764-C69E24261F04}" dt="2025-11-19T20:03:43.214" v="1484" actId="20577"/>
        <pc:sldMkLst>
          <pc:docMk/>
          <pc:sldMk cId="1470854285" sldId="318"/>
        </pc:sldMkLst>
        <pc:spChg chg="mod">
          <ac:chgData name="Tyenca de Graf" userId="S::tyenca.de.graf@student.uva.nl::f1cee14c-25a4-487c-9270-6c7626aef750" providerId="AD" clId="Web-{08D255E5-829D-CCFF-6764-C69E24261F04}" dt="2025-11-19T11:22:37.224" v="990" actId="20577"/>
          <ac:spMkLst>
            <pc:docMk/>
            <pc:sldMk cId="1470854285" sldId="318"/>
            <ac:spMk id="2" creationId="{856C0F6A-D0C1-DAB7-811E-91D69657EFCB}"/>
          </ac:spMkLst>
        </pc:spChg>
        <pc:spChg chg="mod">
          <ac:chgData name="Tyenca de Graf" userId="S::tyenca.de.graf@student.uva.nl::f1cee14c-25a4-487c-9270-6c7626aef750" providerId="AD" clId="Web-{08D255E5-829D-CCFF-6764-C69E24261F04}" dt="2025-11-19T20:03:43.214" v="1484" actId="20577"/>
          <ac:spMkLst>
            <pc:docMk/>
            <pc:sldMk cId="1470854285" sldId="318"/>
            <ac:spMk id="3" creationId="{E2FF9771-1D37-1C3B-C7ED-820DAF08C076}"/>
          </ac:spMkLst>
        </pc:spChg>
        <pc:spChg chg="add mod">
          <ac:chgData name="Tyenca de Graf" userId="S::tyenca.de.graf@student.uva.nl::f1cee14c-25a4-487c-9270-6c7626aef750" providerId="AD" clId="Web-{08D255E5-829D-CCFF-6764-C69E24261F04}" dt="2025-11-19T14:48:24.594" v="1198" actId="20577"/>
          <ac:spMkLst>
            <pc:docMk/>
            <pc:sldMk cId="1470854285" sldId="318"/>
            <ac:spMk id="6" creationId="{8EC97605-3171-EE7D-67B5-C56F9BB75BE1}"/>
          </ac:spMkLst>
        </pc:spChg>
        <pc:spChg chg="add mod">
          <ac:chgData name="Tyenca de Graf" userId="S::tyenca.de.graf@student.uva.nl::f1cee14c-25a4-487c-9270-6c7626aef750" providerId="AD" clId="Web-{08D255E5-829D-CCFF-6764-C69E24261F04}" dt="2025-11-19T14:48:21.079" v="1196" actId="14100"/>
          <ac:spMkLst>
            <pc:docMk/>
            <pc:sldMk cId="1470854285" sldId="318"/>
            <ac:spMk id="8" creationId="{7D0EFE55-4D4D-CF37-8AA5-33238352CF68}"/>
          </ac:spMkLst>
        </pc:spChg>
        <pc:graphicFrameChg chg="add mod modGraphic">
          <ac:chgData name="Tyenca de Graf" userId="S::tyenca.de.graf@student.uva.nl::f1cee14c-25a4-487c-9270-6c7626aef750" providerId="AD" clId="Web-{08D255E5-829D-CCFF-6764-C69E24261F04}" dt="2025-11-19T14:47:28.437" v="1185"/>
          <ac:graphicFrameMkLst>
            <pc:docMk/>
            <pc:sldMk cId="1470854285" sldId="318"/>
            <ac:graphicFrameMk id="7" creationId="{5C4C9B7D-E3E6-F483-57AF-38DB00293350}"/>
          </ac:graphicFrameMkLst>
        </pc:graphicFrameChg>
        <pc:picChg chg="add mod">
          <ac:chgData name="Tyenca de Graf" userId="S::tyenca.de.graf@student.uva.nl::f1cee14c-25a4-487c-9270-6c7626aef750" providerId="AD" clId="Web-{08D255E5-829D-CCFF-6764-C69E24261F04}" dt="2025-11-19T14:46:39.468" v="1011" actId="1076"/>
          <ac:picMkLst>
            <pc:docMk/>
            <pc:sldMk cId="1470854285" sldId="318"/>
            <ac:picMk id="4" creationId="{EB06A6C5-4187-9629-B6B8-DC6F7B50030E}"/>
          </ac:picMkLst>
        </pc:picChg>
      </pc:sldChg>
      <pc:sldChg chg="modSp new">
        <pc:chgData name="Tyenca de Graf" userId="S::tyenca.de.graf@student.uva.nl::f1cee14c-25a4-487c-9270-6c7626aef750" providerId="AD" clId="Web-{08D255E5-829D-CCFF-6764-C69E24261F04}" dt="2025-11-19T20:31:41.570" v="1569" actId="20577"/>
        <pc:sldMkLst>
          <pc:docMk/>
          <pc:sldMk cId="578859510" sldId="319"/>
        </pc:sldMkLst>
        <pc:spChg chg="mod">
          <ac:chgData name="Tyenca de Graf" userId="S::tyenca.de.graf@student.uva.nl::f1cee14c-25a4-487c-9270-6c7626aef750" providerId="AD" clId="Web-{08D255E5-829D-CCFF-6764-C69E24261F04}" dt="2025-11-19T20:31:41.570" v="1569" actId="20577"/>
          <ac:spMkLst>
            <pc:docMk/>
            <pc:sldMk cId="578859510" sldId="319"/>
            <ac:spMk id="3" creationId="{4C2EE6D2-0825-54FF-08B8-AA9585625D45}"/>
          </ac:spMkLst>
        </pc:spChg>
      </pc:sldChg>
      <pc:sldChg chg="modSp new">
        <pc:chgData name="Tyenca de Graf" userId="S::tyenca.de.graf@student.uva.nl::f1cee14c-25a4-487c-9270-6c7626aef750" providerId="AD" clId="Web-{08D255E5-829D-CCFF-6764-C69E24261F04}" dt="2025-11-19T19:50:01.225" v="1481" actId="20577"/>
        <pc:sldMkLst>
          <pc:docMk/>
          <pc:sldMk cId="2674629505" sldId="320"/>
        </pc:sldMkLst>
        <pc:spChg chg="mod">
          <ac:chgData name="Tyenca de Graf" userId="S::tyenca.de.graf@student.uva.nl::f1cee14c-25a4-487c-9270-6c7626aef750" providerId="AD" clId="Web-{08D255E5-829D-CCFF-6764-C69E24261F04}" dt="2025-11-19T19:44:49.523" v="1463" actId="20577"/>
          <ac:spMkLst>
            <pc:docMk/>
            <pc:sldMk cId="2674629505" sldId="320"/>
            <ac:spMk id="2" creationId="{293E8510-818E-00C5-6195-65B8C6460BF3}"/>
          </ac:spMkLst>
        </pc:spChg>
        <pc:spChg chg="mod">
          <ac:chgData name="Tyenca de Graf" userId="S::tyenca.de.graf@student.uva.nl::f1cee14c-25a4-487c-9270-6c7626aef750" providerId="AD" clId="Web-{08D255E5-829D-CCFF-6764-C69E24261F04}" dt="2025-11-19T19:50:01.225" v="1481" actId="20577"/>
          <ac:spMkLst>
            <pc:docMk/>
            <pc:sldMk cId="2674629505" sldId="320"/>
            <ac:spMk id="3" creationId="{C5C32722-7D5C-27F8-F9F0-BE74BAFF6816}"/>
          </ac:spMkLst>
        </pc:spChg>
      </pc:sldChg>
    </pc:docChg>
  </pc:docChgLst>
  <pc:docChgLst>
    <pc:chgData name="Laura Niesse" userId="S::laura.niesse@student.uva.nl::f797be47-1225-40a4-92d0-2d4f9e4be222" providerId="AD" clId="Web-{2DE495B2-60AC-7393-F45A-5E584667A9CA}"/>
    <pc:docChg chg="addSld modSld">
      <pc:chgData name="Laura Niesse" userId="S::laura.niesse@student.uva.nl::f797be47-1225-40a4-92d0-2d4f9e4be222" providerId="AD" clId="Web-{2DE495B2-60AC-7393-F45A-5E584667A9CA}" dt="2025-11-12T18:45:23.173" v="182" actId="20577"/>
      <pc:docMkLst>
        <pc:docMk/>
      </pc:docMkLst>
    </pc:docChg>
  </pc:docChgLst>
  <pc:docChgLst>
    <pc:chgData name="Laura Niesse" userId="S::laura.niesse@student.uva.nl::f797be47-1225-40a4-92d0-2d4f9e4be222" providerId="AD" clId="Web-{D8A29B54-ABB5-6CF8-23BE-3496D48640C0}"/>
    <pc:docChg chg="modSld">
      <pc:chgData name="Laura Niesse" userId="S::laura.niesse@student.uva.nl::f797be47-1225-40a4-92d0-2d4f9e4be222" providerId="AD" clId="Web-{D8A29B54-ABB5-6CF8-23BE-3496D48640C0}" dt="2025-11-23T18:28:41.807" v="64" actId="20577"/>
      <pc:docMkLst>
        <pc:docMk/>
      </pc:docMkLst>
      <pc:sldChg chg="addSp delSp modSp">
        <pc:chgData name="Laura Niesse" userId="S::laura.niesse@student.uva.nl::f797be47-1225-40a4-92d0-2d4f9e4be222" providerId="AD" clId="Web-{D8A29B54-ABB5-6CF8-23BE-3496D48640C0}" dt="2025-11-23T18:28:41.807" v="64" actId="20577"/>
        <pc:sldMkLst>
          <pc:docMk/>
          <pc:sldMk cId="376072918" sldId="326"/>
        </pc:sldMkLst>
        <pc:spChg chg="mod">
          <ac:chgData name="Laura Niesse" userId="S::laura.niesse@student.uva.nl::f797be47-1225-40a4-92d0-2d4f9e4be222" providerId="AD" clId="Web-{D8A29B54-ABB5-6CF8-23BE-3496D48640C0}" dt="2025-11-23T18:28:41.807" v="64" actId="20577"/>
          <ac:spMkLst>
            <pc:docMk/>
            <pc:sldMk cId="376072918" sldId="326"/>
            <ac:spMk id="3" creationId="{89C83E28-188B-D656-A0BE-F62F6F9FB891}"/>
          </ac:spMkLst>
        </pc:spChg>
        <pc:spChg chg="add del mod">
          <ac:chgData name="Laura Niesse" userId="S::laura.niesse@student.uva.nl::f797be47-1225-40a4-92d0-2d4f9e4be222" providerId="AD" clId="Web-{D8A29B54-ABB5-6CF8-23BE-3496D48640C0}" dt="2025-11-23T17:35:53.541" v="9"/>
          <ac:spMkLst>
            <pc:docMk/>
            <pc:sldMk cId="376072918" sldId="326"/>
            <ac:spMk id="6" creationId="{024F101B-56B1-263E-A91C-B9FCB05AB550}"/>
          </ac:spMkLst>
        </pc:spChg>
        <pc:spChg chg="add del mod">
          <ac:chgData name="Laura Niesse" userId="S::laura.niesse@student.uva.nl::f797be47-1225-40a4-92d0-2d4f9e4be222" providerId="AD" clId="Web-{D8A29B54-ABB5-6CF8-23BE-3496D48640C0}" dt="2025-11-23T17:36:20.948" v="11"/>
          <ac:spMkLst>
            <pc:docMk/>
            <pc:sldMk cId="376072918" sldId="326"/>
            <ac:spMk id="10" creationId="{D2FCC493-D147-9EE2-37E9-D3DCF4B2F11C}"/>
          </ac:spMkLst>
        </pc:spChg>
        <pc:spChg chg="add mod">
          <ac:chgData name="Laura Niesse" userId="S::laura.niesse@student.uva.nl::f797be47-1225-40a4-92d0-2d4f9e4be222" providerId="AD" clId="Web-{D8A29B54-ABB5-6CF8-23BE-3496D48640C0}" dt="2025-11-23T17:37:32.044" v="50" actId="20577"/>
          <ac:spMkLst>
            <pc:docMk/>
            <pc:sldMk cId="376072918" sldId="326"/>
            <ac:spMk id="12" creationId="{420D1031-7BE5-C77B-1918-4274B59F84E8}"/>
          </ac:spMkLst>
        </pc:spChg>
        <pc:picChg chg="add del">
          <ac:chgData name="Laura Niesse" userId="S::laura.niesse@student.uva.nl::f797be47-1225-40a4-92d0-2d4f9e4be222" providerId="AD" clId="Web-{D8A29B54-ABB5-6CF8-23BE-3496D48640C0}" dt="2025-11-23T17:36:17.589" v="10"/>
          <ac:picMkLst>
            <pc:docMk/>
            <pc:sldMk cId="376072918" sldId="326"/>
            <ac:picMk id="7" creationId="{E90EDEAE-4A23-0319-A0FE-8CB462C7BB12}"/>
          </ac:picMkLst>
        </pc:picChg>
        <pc:picChg chg="add del mod ord">
          <ac:chgData name="Laura Niesse" userId="S::laura.niesse@student.uva.nl::f797be47-1225-40a4-92d0-2d4f9e4be222" providerId="AD" clId="Web-{D8A29B54-ABB5-6CF8-23BE-3496D48640C0}" dt="2025-11-23T17:35:52.760" v="8"/>
          <ac:picMkLst>
            <pc:docMk/>
            <pc:sldMk cId="376072918" sldId="326"/>
            <ac:picMk id="8" creationId="{A68B443F-184C-45A0-73F8-4640F501BB79}"/>
          </ac:picMkLst>
        </pc:picChg>
        <pc:picChg chg="add mod ord">
          <ac:chgData name="Laura Niesse" userId="S::laura.niesse@student.uva.nl::f797be47-1225-40a4-92d0-2d4f9e4be222" providerId="AD" clId="Web-{D8A29B54-ABB5-6CF8-23BE-3496D48640C0}" dt="2025-11-23T17:36:28.652" v="14" actId="1076"/>
          <ac:picMkLst>
            <pc:docMk/>
            <pc:sldMk cId="376072918" sldId="326"/>
            <ac:picMk id="11" creationId="{3A024251-C7AB-41B3-2D34-9323F4D4C751}"/>
          </ac:picMkLst>
        </pc:picChg>
      </pc:sldChg>
      <pc:sldChg chg="modSp">
        <pc:chgData name="Laura Niesse" userId="S::laura.niesse@student.uva.nl::f797be47-1225-40a4-92d0-2d4f9e4be222" providerId="AD" clId="Web-{D8A29B54-ABB5-6CF8-23BE-3496D48640C0}" dt="2025-11-23T18:10:42.207" v="61" actId="20577"/>
        <pc:sldMkLst>
          <pc:docMk/>
          <pc:sldMk cId="2337359261" sldId="337"/>
        </pc:sldMkLst>
        <pc:spChg chg="mod">
          <ac:chgData name="Laura Niesse" userId="S::laura.niesse@student.uva.nl::f797be47-1225-40a4-92d0-2d4f9e4be222" providerId="AD" clId="Web-{D8A29B54-ABB5-6CF8-23BE-3496D48640C0}" dt="2025-11-23T18:10:42.207" v="61" actId="20577"/>
          <ac:spMkLst>
            <pc:docMk/>
            <pc:sldMk cId="2337359261" sldId="337"/>
            <ac:spMk id="3" creationId="{680061FF-AD5D-B8E3-341C-4CB4AC4B355C}"/>
          </ac:spMkLst>
        </pc:spChg>
      </pc:sldChg>
    </pc:docChg>
  </pc:docChgLst>
  <pc:docChgLst>
    <pc:chgData name="Tyenca de Graf" userId="S::tyenca.de.graf@student.uva.nl::f1cee14c-25a4-487c-9270-6c7626aef750" providerId="AD" clId="Web-{55182B61-A5E2-5562-2E57-D00A6E55F1AA}"/>
    <pc:docChg chg="modSld">
      <pc:chgData name="Tyenca de Graf" userId="S::tyenca.de.graf@student.uva.nl::f1cee14c-25a4-487c-9270-6c7626aef750" providerId="AD" clId="Web-{55182B61-A5E2-5562-2E57-D00A6E55F1AA}" dt="2025-11-19T21:33:51.324" v="801" actId="20577"/>
      <pc:docMkLst>
        <pc:docMk/>
      </pc:docMkLst>
      <pc:sldChg chg="addSp modSp">
        <pc:chgData name="Tyenca de Graf" userId="S::tyenca.de.graf@student.uva.nl::f1cee14c-25a4-487c-9270-6c7626aef750" providerId="AD" clId="Web-{55182B61-A5E2-5562-2E57-D00A6E55F1AA}" dt="2025-11-19T21:33:33.902" v="799" actId="1076"/>
        <pc:sldMkLst>
          <pc:docMk/>
          <pc:sldMk cId="578859510" sldId="319"/>
        </pc:sldMkLst>
        <pc:spChg chg="mod">
          <ac:chgData name="Tyenca de Graf" userId="S::tyenca.de.graf@student.uva.nl::f1cee14c-25a4-487c-9270-6c7626aef750" providerId="AD" clId="Web-{55182B61-A5E2-5562-2E57-D00A6E55F1AA}" dt="2025-11-19T20:48:46.380" v="54" actId="1076"/>
          <ac:spMkLst>
            <pc:docMk/>
            <pc:sldMk cId="578859510" sldId="319"/>
            <ac:spMk id="2" creationId="{9E9DB18F-BC62-BA22-432F-5924164B82B1}"/>
          </ac:spMkLst>
        </pc:spChg>
        <pc:spChg chg="mod">
          <ac:chgData name="Tyenca de Graf" userId="S::tyenca.de.graf@student.uva.nl::f1cee14c-25a4-487c-9270-6c7626aef750" providerId="AD" clId="Web-{55182B61-A5E2-5562-2E57-D00A6E55F1AA}" dt="2025-11-19T21:32:47.086" v="770" actId="20577"/>
          <ac:spMkLst>
            <pc:docMk/>
            <pc:sldMk cId="578859510" sldId="319"/>
            <ac:spMk id="3" creationId="{4C2EE6D2-0825-54FF-08B8-AA9585625D45}"/>
          </ac:spMkLst>
        </pc:spChg>
        <pc:picChg chg="add mod">
          <ac:chgData name="Tyenca de Graf" userId="S::tyenca.de.graf@student.uva.nl::f1cee14c-25a4-487c-9270-6c7626aef750" providerId="AD" clId="Web-{55182B61-A5E2-5562-2E57-D00A6E55F1AA}" dt="2025-11-19T21:33:33.870" v="797" actId="1076"/>
          <ac:picMkLst>
            <pc:docMk/>
            <pc:sldMk cId="578859510" sldId="319"/>
            <ac:picMk id="4" creationId="{2941EC3A-23EA-6399-473F-93AF5E63B7E8}"/>
          </ac:picMkLst>
        </pc:picChg>
        <pc:picChg chg="add mod">
          <ac:chgData name="Tyenca de Graf" userId="S::tyenca.de.graf@student.uva.nl::f1cee14c-25a4-487c-9270-6c7626aef750" providerId="AD" clId="Web-{55182B61-A5E2-5562-2E57-D00A6E55F1AA}" dt="2025-11-19T21:33:33.886" v="798" actId="1076"/>
          <ac:picMkLst>
            <pc:docMk/>
            <pc:sldMk cId="578859510" sldId="319"/>
            <ac:picMk id="5" creationId="{8B4FA481-8BF4-852A-23D1-CFDA3080F8A1}"/>
          </ac:picMkLst>
        </pc:picChg>
        <pc:picChg chg="add mod">
          <ac:chgData name="Tyenca de Graf" userId="S::tyenca.de.graf@student.uva.nl::f1cee14c-25a4-487c-9270-6c7626aef750" providerId="AD" clId="Web-{55182B61-A5E2-5562-2E57-D00A6E55F1AA}" dt="2025-11-19T21:33:33.902" v="799" actId="1076"/>
          <ac:picMkLst>
            <pc:docMk/>
            <pc:sldMk cId="578859510" sldId="319"/>
            <ac:picMk id="6" creationId="{741DB259-0198-182E-0588-4C8B218389EA}"/>
          </ac:picMkLst>
        </pc:picChg>
      </pc:sldChg>
      <pc:sldChg chg="addSp modSp">
        <pc:chgData name="Tyenca de Graf" userId="S::tyenca.de.graf@student.uva.nl::f1cee14c-25a4-487c-9270-6c7626aef750" providerId="AD" clId="Web-{55182B61-A5E2-5562-2E57-D00A6E55F1AA}" dt="2025-11-19T21:33:51.324" v="801" actId="20577"/>
        <pc:sldMkLst>
          <pc:docMk/>
          <pc:sldMk cId="2674629505" sldId="320"/>
        </pc:sldMkLst>
        <pc:spChg chg="mod">
          <ac:chgData name="Tyenca de Graf" userId="S::tyenca.de.graf@student.uva.nl::f1cee14c-25a4-487c-9270-6c7626aef750" providerId="AD" clId="Web-{55182B61-A5E2-5562-2E57-D00A6E55F1AA}" dt="2025-11-19T20:59:34.388" v="274" actId="1076"/>
          <ac:spMkLst>
            <pc:docMk/>
            <pc:sldMk cId="2674629505" sldId="320"/>
            <ac:spMk id="2" creationId="{293E8510-818E-00C5-6195-65B8C6460BF3}"/>
          </ac:spMkLst>
        </pc:spChg>
        <pc:spChg chg="mod">
          <ac:chgData name="Tyenca de Graf" userId="S::tyenca.de.graf@student.uva.nl::f1cee14c-25a4-487c-9270-6c7626aef750" providerId="AD" clId="Web-{55182B61-A5E2-5562-2E57-D00A6E55F1AA}" dt="2025-11-19T21:33:51.324" v="801" actId="20577"/>
          <ac:spMkLst>
            <pc:docMk/>
            <pc:sldMk cId="2674629505" sldId="320"/>
            <ac:spMk id="3" creationId="{C5C32722-7D5C-27F8-F9F0-BE74BAFF6816}"/>
          </ac:spMkLst>
        </pc:spChg>
      </pc:sldChg>
    </pc:docChg>
  </pc:docChgLst>
  <pc:docChgLst>
    <pc:chgData name="Laura Niesse" userId="S::laura.niesse@student.uva.nl::f797be47-1225-40a4-92d0-2d4f9e4be222" providerId="AD" clId="Web-{CF6DB2D0-51F4-26F2-0931-325734A2AC5D}"/>
    <pc:docChg chg="modSld">
      <pc:chgData name="Laura Niesse" userId="S::laura.niesse@student.uva.nl::f797be47-1225-40a4-92d0-2d4f9e4be222" providerId="AD" clId="Web-{CF6DB2D0-51F4-26F2-0931-325734A2AC5D}" dt="2025-11-19T11:35:46.766" v="11" actId="20577"/>
      <pc:docMkLst>
        <pc:docMk/>
      </pc:docMkLst>
      <pc:sldChg chg="modSp">
        <pc:chgData name="Laura Niesse" userId="S::laura.niesse@student.uva.nl::f797be47-1225-40a4-92d0-2d4f9e4be222" providerId="AD" clId="Web-{CF6DB2D0-51F4-26F2-0931-325734A2AC5D}" dt="2025-11-19T11:35:46.766" v="11" actId="20577"/>
        <pc:sldMkLst>
          <pc:docMk/>
          <pc:sldMk cId="578859510" sldId="319"/>
        </pc:sldMkLst>
        <pc:spChg chg="mod">
          <ac:chgData name="Laura Niesse" userId="S::laura.niesse@student.uva.nl::f797be47-1225-40a4-92d0-2d4f9e4be222" providerId="AD" clId="Web-{CF6DB2D0-51F4-26F2-0931-325734A2AC5D}" dt="2025-11-19T11:35:46.766" v="11" actId="20577"/>
          <ac:spMkLst>
            <pc:docMk/>
            <pc:sldMk cId="578859510" sldId="319"/>
            <ac:spMk id="2" creationId="{9E9DB18F-BC62-BA22-432F-5924164B82B1}"/>
          </ac:spMkLst>
        </pc:spChg>
      </pc:sldChg>
    </pc:docChg>
  </pc:docChgLst>
  <pc:docChgLst>
    <pc:chgData name="Tyenca de Graf" userId="f1cee14c-25a4-487c-9270-6c7626aef750" providerId="ADAL" clId="{ECBC0040-BED5-49E9-AD64-89BD7CF9AA3A}"/>
    <pc:docChg chg="undo redo custSel addSld delSld modSld sldOrd">
      <pc:chgData name="Tyenca de Graf" userId="f1cee14c-25a4-487c-9270-6c7626aef750" providerId="ADAL" clId="{ECBC0040-BED5-49E9-AD64-89BD7CF9AA3A}" dt="2025-11-10T20:44:21.202" v="621" actId="1076"/>
      <pc:docMkLst>
        <pc:docMk/>
      </pc:docMkLst>
      <pc:sldChg chg="addSp modSp mod">
        <pc:chgData name="Tyenca de Graf" userId="f1cee14c-25a4-487c-9270-6c7626aef750" providerId="ADAL" clId="{ECBC0040-BED5-49E9-AD64-89BD7CF9AA3A}" dt="2025-11-10T17:19:17.068" v="3" actId="1076"/>
        <pc:sldMkLst>
          <pc:docMk/>
          <pc:sldMk cId="2259308896" sldId="256"/>
        </pc:sldMkLst>
        <pc:spChg chg="add mod">
          <ac:chgData name="Tyenca de Graf" userId="f1cee14c-25a4-487c-9270-6c7626aef750" providerId="ADAL" clId="{ECBC0040-BED5-49E9-AD64-89BD7CF9AA3A}" dt="2025-11-10T17:19:17.068" v="3" actId="1076"/>
          <ac:spMkLst>
            <pc:docMk/>
            <pc:sldMk cId="2259308896" sldId="256"/>
            <ac:spMk id="4" creationId="{9DF28CFF-9A04-F394-8224-5C5A80524C81}"/>
          </ac:spMkLst>
        </pc:spChg>
      </pc:sldChg>
    </pc:docChg>
  </pc:docChgLst>
  <pc:docChgLst>
    <pc:chgData name="Tyenca de Graf" userId="f1cee14c-25a4-487c-9270-6c7626aef750" providerId="ADAL" clId="{7924F671-70FF-4ADD-A55D-1DECF9F7795C}"/>
    <pc:docChg chg="undo redo custSel addSld delSld modSld sldOrd modMainMaster">
      <pc:chgData name="Tyenca de Graf" userId="f1cee14c-25a4-487c-9270-6c7626aef750" providerId="ADAL" clId="{7924F671-70FF-4ADD-A55D-1DECF9F7795C}" dt="2025-11-23T18:29:59.101" v="2772" actId="1076"/>
      <pc:docMkLst>
        <pc:docMk/>
      </pc:docMkLst>
      <pc:sldChg chg="modSp mod">
        <pc:chgData name="Tyenca de Graf" userId="f1cee14c-25a4-487c-9270-6c7626aef750" providerId="ADAL" clId="{7924F671-70FF-4ADD-A55D-1DECF9F7795C}" dt="2025-11-19T09:26:47.555" v="284" actId="20577"/>
        <pc:sldMkLst>
          <pc:docMk/>
          <pc:sldMk cId="2259308896" sldId="256"/>
        </pc:sldMkLst>
        <pc:spChg chg="mod">
          <ac:chgData name="Tyenca de Graf" userId="f1cee14c-25a4-487c-9270-6c7626aef750" providerId="ADAL" clId="{7924F671-70FF-4ADD-A55D-1DECF9F7795C}" dt="2025-11-19T09:26:47.555" v="284" actId="20577"/>
          <ac:spMkLst>
            <pc:docMk/>
            <pc:sldMk cId="2259308896" sldId="256"/>
            <ac:spMk id="2" creationId="{51DF3D98-3C30-4CFC-8643-C81E829C8C25}"/>
          </ac:spMkLst>
        </pc:spChg>
      </pc:sldChg>
      <pc:sldChg chg="addSp delSp modSp mod">
        <pc:chgData name="Tyenca de Graf" userId="f1cee14c-25a4-487c-9270-6c7626aef750" providerId="ADAL" clId="{7924F671-70FF-4ADD-A55D-1DECF9F7795C}" dt="2025-11-23T18:26:50.922" v="2721" actId="21"/>
        <pc:sldMkLst>
          <pc:docMk/>
          <pc:sldMk cId="3937169999" sldId="317"/>
        </pc:sldMkLst>
        <pc:spChg chg="del">
          <ac:chgData name="Tyenca de Graf" userId="f1cee14c-25a4-487c-9270-6c7626aef750" providerId="ADAL" clId="{7924F671-70FF-4ADD-A55D-1DECF9F7795C}" dt="2025-11-23T18:03:06.904" v="2195" actId="478"/>
          <ac:spMkLst>
            <pc:docMk/>
            <pc:sldMk cId="3937169999" sldId="317"/>
            <ac:spMk id="2" creationId="{82D3AA61-AE58-91B3-F565-3B8CF633F568}"/>
          </ac:spMkLst>
        </pc:spChg>
        <pc:spChg chg="add del mod">
          <ac:chgData name="Tyenca de Graf" userId="f1cee14c-25a4-487c-9270-6c7626aef750" providerId="ADAL" clId="{7924F671-70FF-4ADD-A55D-1DECF9F7795C}" dt="2025-11-23T18:03:09.474" v="2197" actId="478"/>
          <ac:spMkLst>
            <pc:docMk/>
            <pc:sldMk cId="3937169999" sldId="317"/>
            <ac:spMk id="4" creationId="{7B6AB552-7ADD-C3DA-014D-6D07CFA62AB5}"/>
          </ac:spMkLst>
        </pc:spChg>
        <pc:spChg chg="add mod">
          <ac:chgData name="Tyenca de Graf" userId="f1cee14c-25a4-487c-9270-6c7626aef750" providerId="ADAL" clId="{7924F671-70FF-4ADD-A55D-1DECF9F7795C}" dt="2025-11-23T18:03:07.206" v="2196"/>
          <ac:spMkLst>
            <pc:docMk/>
            <pc:sldMk cId="3937169999" sldId="317"/>
            <ac:spMk id="5" creationId="{E70F5F4B-4F9A-A474-B593-DE614E627A87}"/>
          </ac:spMkLst>
        </pc:spChg>
        <pc:spChg chg="mod">
          <ac:chgData name="Tyenca de Graf" userId="f1cee14c-25a4-487c-9270-6c7626aef750" providerId="ADAL" clId="{7924F671-70FF-4ADD-A55D-1DECF9F7795C}" dt="2025-11-23T18:07:16.240" v="2378" actId="20577"/>
          <ac:spMkLst>
            <pc:docMk/>
            <pc:sldMk cId="3937169999" sldId="317"/>
            <ac:spMk id="6" creationId="{19F5EAAB-CFB7-9145-3EF6-D089219A3091}"/>
          </ac:spMkLst>
        </pc:spChg>
        <pc:spChg chg="mod">
          <ac:chgData name="Tyenca de Graf" userId="f1cee14c-25a4-487c-9270-6c7626aef750" providerId="ADAL" clId="{7924F671-70FF-4ADD-A55D-1DECF9F7795C}" dt="2025-11-23T18:07:27.534" v="2379" actId="1076"/>
          <ac:spMkLst>
            <pc:docMk/>
            <pc:sldMk cId="3937169999" sldId="317"/>
            <ac:spMk id="12" creationId="{CD6A9AF0-B269-B363-BE80-244C44928AA0}"/>
          </ac:spMkLst>
        </pc:spChg>
        <pc:spChg chg="del">
          <ac:chgData name="Tyenca de Graf" userId="f1cee14c-25a4-487c-9270-6c7626aef750" providerId="ADAL" clId="{7924F671-70FF-4ADD-A55D-1DECF9F7795C}" dt="2025-11-23T18:26:50.922" v="2721" actId="21"/>
          <ac:spMkLst>
            <pc:docMk/>
            <pc:sldMk cId="3937169999" sldId="317"/>
            <ac:spMk id="14" creationId="{F927FAEE-C626-304E-158E-634531F3EC38}"/>
          </ac:spMkLst>
        </pc:spChg>
        <pc:graphicFrameChg chg="mod modGraphic">
          <ac:chgData name="Tyenca de Graf" userId="f1cee14c-25a4-487c-9270-6c7626aef750" providerId="ADAL" clId="{7924F671-70FF-4ADD-A55D-1DECF9F7795C}" dt="2025-11-23T18:08:11.681" v="2394" actId="12385"/>
          <ac:graphicFrameMkLst>
            <pc:docMk/>
            <pc:sldMk cId="3937169999" sldId="317"/>
            <ac:graphicFrameMk id="8" creationId="{F92F15BE-7C60-8D2F-F495-EE0BDE096D2C}"/>
          </ac:graphicFrameMkLst>
        </pc:graphicFrameChg>
        <pc:graphicFrameChg chg="del">
          <ac:chgData name="Tyenca de Graf" userId="f1cee14c-25a4-487c-9270-6c7626aef750" providerId="ADAL" clId="{7924F671-70FF-4ADD-A55D-1DECF9F7795C}" dt="2025-11-23T18:02:52.021" v="2193" actId="478"/>
          <ac:graphicFrameMkLst>
            <pc:docMk/>
            <pc:sldMk cId="3937169999" sldId="317"/>
            <ac:graphicFrameMk id="10" creationId="{9E5230F5-B1EA-0F2B-4938-FC8161DAFF5A}"/>
          </ac:graphicFrameMkLst>
        </pc:graphicFrameChg>
      </pc:sldChg>
      <pc:sldChg chg="addSp delSp modSp mod">
        <pc:chgData name="Tyenca de Graf" userId="f1cee14c-25a4-487c-9270-6c7626aef750" providerId="ADAL" clId="{7924F671-70FF-4ADD-A55D-1DECF9F7795C}" dt="2025-11-23T18:27:39.640" v="2769" actId="20577"/>
        <pc:sldMkLst>
          <pc:docMk/>
          <pc:sldMk cId="2674629505" sldId="320"/>
        </pc:sldMkLst>
        <pc:spChg chg="mod">
          <ac:chgData name="Tyenca de Graf" userId="f1cee14c-25a4-487c-9270-6c7626aef750" providerId="ADAL" clId="{7924F671-70FF-4ADD-A55D-1DECF9F7795C}" dt="2025-11-21T10:41:40.805" v="403" actId="20577"/>
          <ac:spMkLst>
            <pc:docMk/>
            <pc:sldMk cId="2674629505" sldId="320"/>
            <ac:spMk id="2" creationId="{293E8510-818E-00C5-6195-65B8C6460BF3}"/>
          </ac:spMkLst>
        </pc:spChg>
        <pc:spChg chg="mod">
          <ac:chgData name="Tyenca de Graf" userId="f1cee14c-25a4-487c-9270-6c7626aef750" providerId="ADAL" clId="{7924F671-70FF-4ADD-A55D-1DECF9F7795C}" dt="2025-11-23T18:27:39.640" v="2769" actId="20577"/>
          <ac:spMkLst>
            <pc:docMk/>
            <pc:sldMk cId="2674629505" sldId="320"/>
            <ac:spMk id="3" creationId="{C5C32722-7D5C-27F8-F9F0-BE74BAFF6816}"/>
          </ac:spMkLst>
        </pc:spChg>
        <pc:spChg chg="add mod">
          <ac:chgData name="Tyenca de Graf" userId="f1cee14c-25a4-487c-9270-6c7626aef750" providerId="ADAL" clId="{7924F671-70FF-4ADD-A55D-1DECF9F7795C}" dt="2025-11-21T13:14:10.809" v="1352" actId="14100"/>
          <ac:spMkLst>
            <pc:docMk/>
            <pc:sldMk cId="2674629505" sldId="320"/>
            <ac:spMk id="4" creationId="{63FFF982-E3CE-41F1-A2A2-1EE14B1EEF35}"/>
          </ac:spMkLst>
        </pc:spChg>
        <pc:graphicFrameChg chg="add mod modGraphic">
          <ac:chgData name="Tyenca de Graf" userId="f1cee14c-25a4-487c-9270-6c7626aef750" providerId="ADAL" clId="{7924F671-70FF-4ADD-A55D-1DECF9F7795C}" dt="2025-11-21T10:43:30.684" v="461" actId="1076"/>
          <ac:graphicFrameMkLst>
            <pc:docMk/>
            <pc:sldMk cId="2674629505" sldId="320"/>
            <ac:graphicFrameMk id="6" creationId="{72315AC2-BCF6-429F-4457-D072DC84CFA5}"/>
          </ac:graphicFrameMkLst>
        </pc:graphicFrameChg>
      </pc:sldChg>
      <pc:sldChg chg="modSp mod">
        <pc:chgData name="Tyenca de Graf" userId="f1cee14c-25a4-487c-9270-6c7626aef750" providerId="ADAL" clId="{7924F671-70FF-4ADD-A55D-1DECF9F7795C}" dt="2025-11-23T11:08:13.689" v="2192" actId="313"/>
        <pc:sldMkLst>
          <pc:docMk/>
          <pc:sldMk cId="2995961130" sldId="323"/>
        </pc:sldMkLst>
        <pc:spChg chg="mod">
          <ac:chgData name="Tyenca de Graf" userId="f1cee14c-25a4-487c-9270-6c7626aef750" providerId="ADAL" clId="{7924F671-70FF-4ADD-A55D-1DECF9F7795C}" dt="2025-11-23T11:08:13.689" v="2192" actId="313"/>
          <ac:spMkLst>
            <pc:docMk/>
            <pc:sldMk cId="2995961130" sldId="323"/>
            <ac:spMk id="16" creationId="{75EAE697-C960-5ECC-83D3-07CD4E56A7B4}"/>
          </ac:spMkLst>
        </pc:spChg>
      </pc:sldChg>
      <pc:sldChg chg="addSp delSp modSp mod">
        <pc:chgData name="Tyenca de Graf" userId="f1cee14c-25a4-487c-9270-6c7626aef750" providerId="ADAL" clId="{7924F671-70FF-4ADD-A55D-1DECF9F7795C}" dt="2025-11-21T11:34:08.729" v="1108" actId="1076"/>
        <pc:sldMkLst>
          <pc:docMk/>
          <pc:sldMk cId="1817436342" sldId="324"/>
        </pc:sldMkLst>
        <pc:spChg chg="mod">
          <ac:chgData name="Tyenca de Graf" userId="f1cee14c-25a4-487c-9270-6c7626aef750" providerId="ADAL" clId="{7924F671-70FF-4ADD-A55D-1DECF9F7795C}" dt="2025-11-21T11:34:08.729" v="1108" actId="1076"/>
          <ac:spMkLst>
            <pc:docMk/>
            <pc:sldMk cId="1817436342" sldId="324"/>
            <ac:spMk id="8" creationId="{1A050BFF-6711-D0B7-E061-1AD10E18B3AC}"/>
          </ac:spMkLst>
        </pc:spChg>
        <pc:spChg chg="mod">
          <ac:chgData name="Tyenca de Graf" userId="f1cee14c-25a4-487c-9270-6c7626aef750" providerId="ADAL" clId="{7924F671-70FF-4ADD-A55D-1DECF9F7795C}" dt="2025-11-21T11:34:02.680" v="1107" actId="1076"/>
          <ac:spMkLst>
            <pc:docMk/>
            <pc:sldMk cId="1817436342" sldId="324"/>
            <ac:spMk id="9" creationId="{CEB56366-17C6-0AF9-103F-6081B401F037}"/>
          </ac:spMkLst>
        </pc:spChg>
        <pc:picChg chg="add mod">
          <ac:chgData name="Tyenca de Graf" userId="f1cee14c-25a4-487c-9270-6c7626aef750" providerId="ADAL" clId="{7924F671-70FF-4ADD-A55D-1DECF9F7795C}" dt="2025-11-21T11:33:56.206" v="1106" actId="1076"/>
          <ac:picMkLst>
            <pc:docMk/>
            <pc:sldMk cId="1817436342" sldId="324"/>
            <ac:picMk id="10" creationId="{C735BC15-1712-7DF4-7172-1DFB1E636E03}"/>
          </ac:picMkLst>
        </pc:picChg>
        <pc:picChg chg="add mod">
          <ac:chgData name="Tyenca de Graf" userId="f1cee14c-25a4-487c-9270-6c7626aef750" providerId="ADAL" clId="{7924F671-70FF-4ADD-A55D-1DECF9F7795C}" dt="2025-11-21T11:33:51.940" v="1105" actId="1076"/>
          <ac:picMkLst>
            <pc:docMk/>
            <pc:sldMk cId="1817436342" sldId="324"/>
            <ac:picMk id="12" creationId="{F9AE9F31-C2C0-F69C-A0EF-F689B8B06145}"/>
          </ac:picMkLst>
        </pc:picChg>
      </pc:sldChg>
      <pc:sldChg chg="addSp modSp mod">
        <pc:chgData name="Tyenca de Graf" userId="f1cee14c-25a4-487c-9270-6c7626aef750" providerId="ADAL" clId="{7924F671-70FF-4ADD-A55D-1DECF9F7795C}" dt="2025-11-21T13:47:32.947" v="1821" actId="12"/>
        <pc:sldMkLst>
          <pc:docMk/>
          <pc:sldMk cId="3208365807" sldId="325"/>
        </pc:sldMkLst>
        <pc:spChg chg="mod">
          <ac:chgData name="Tyenca de Graf" userId="f1cee14c-25a4-487c-9270-6c7626aef750" providerId="ADAL" clId="{7924F671-70FF-4ADD-A55D-1DECF9F7795C}" dt="2025-11-20T21:09:12.476" v="292" actId="5793"/>
          <ac:spMkLst>
            <pc:docMk/>
            <pc:sldMk cId="3208365807" sldId="325"/>
            <ac:spMk id="2" creationId="{3739678E-0098-3200-7E61-19AA9952C8BE}"/>
          </ac:spMkLst>
        </pc:spChg>
        <pc:spChg chg="mod">
          <ac:chgData name="Tyenca de Graf" userId="f1cee14c-25a4-487c-9270-6c7626aef750" providerId="ADAL" clId="{7924F671-70FF-4ADD-A55D-1DECF9F7795C}" dt="2025-11-21T13:47:32.947" v="1821" actId="12"/>
          <ac:spMkLst>
            <pc:docMk/>
            <pc:sldMk cId="3208365807" sldId="325"/>
            <ac:spMk id="3" creationId="{3916E802-4AEA-169B-8572-EDD94C81CB5B}"/>
          </ac:spMkLst>
        </pc:spChg>
        <pc:spChg chg="add mod">
          <ac:chgData name="Tyenca de Graf" userId="f1cee14c-25a4-487c-9270-6c7626aef750" providerId="ADAL" clId="{7924F671-70FF-4ADD-A55D-1DECF9F7795C}" dt="2025-11-21T13:43:51.737" v="1704" actId="1076"/>
          <ac:spMkLst>
            <pc:docMk/>
            <pc:sldMk cId="3208365807" sldId="325"/>
            <ac:spMk id="6" creationId="{07B3A4D7-D199-C7E7-B295-21E715636CC0}"/>
          </ac:spMkLst>
        </pc:spChg>
        <pc:spChg chg="add mod">
          <ac:chgData name="Tyenca de Graf" userId="f1cee14c-25a4-487c-9270-6c7626aef750" providerId="ADAL" clId="{7924F671-70FF-4ADD-A55D-1DECF9F7795C}" dt="2025-11-21T13:43:51.737" v="1704" actId="1076"/>
          <ac:spMkLst>
            <pc:docMk/>
            <pc:sldMk cId="3208365807" sldId="325"/>
            <ac:spMk id="11" creationId="{A87EF4D2-8BE1-6A52-10BA-2B9614628292}"/>
          </ac:spMkLst>
        </pc:spChg>
        <pc:spChg chg="add mod">
          <ac:chgData name="Tyenca de Graf" userId="f1cee14c-25a4-487c-9270-6c7626aef750" providerId="ADAL" clId="{7924F671-70FF-4ADD-A55D-1DECF9F7795C}" dt="2025-11-21T13:43:51.737" v="1704" actId="1076"/>
          <ac:spMkLst>
            <pc:docMk/>
            <pc:sldMk cId="3208365807" sldId="325"/>
            <ac:spMk id="12" creationId="{91315A43-4B66-4C3B-876A-EF0824E02AB1}"/>
          </ac:spMkLst>
        </pc:spChg>
        <pc:picChg chg="add mod">
          <ac:chgData name="Tyenca de Graf" userId="f1cee14c-25a4-487c-9270-6c7626aef750" providerId="ADAL" clId="{7924F671-70FF-4ADD-A55D-1DECF9F7795C}" dt="2025-11-21T13:43:51.737" v="1704" actId="1076"/>
          <ac:picMkLst>
            <pc:docMk/>
            <pc:sldMk cId="3208365807" sldId="325"/>
            <ac:picMk id="5" creationId="{9161F353-8794-506F-8F25-E50BEA2B4711}"/>
          </ac:picMkLst>
        </pc:picChg>
        <pc:picChg chg="add mod modCrop">
          <ac:chgData name="Tyenca de Graf" userId="f1cee14c-25a4-487c-9270-6c7626aef750" providerId="ADAL" clId="{7924F671-70FF-4ADD-A55D-1DECF9F7795C}" dt="2025-11-21T13:43:51.737" v="1704" actId="1076"/>
          <ac:picMkLst>
            <pc:docMk/>
            <pc:sldMk cId="3208365807" sldId="325"/>
            <ac:picMk id="8" creationId="{FAAEA617-1133-2C88-A0FA-039B89FF9FEC}"/>
          </ac:picMkLst>
        </pc:picChg>
        <pc:picChg chg="add mod">
          <ac:chgData name="Tyenca de Graf" userId="f1cee14c-25a4-487c-9270-6c7626aef750" providerId="ADAL" clId="{7924F671-70FF-4ADD-A55D-1DECF9F7795C}" dt="2025-11-21T13:43:51.737" v="1704" actId="1076"/>
          <ac:picMkLst>
            <pc:docMk/>
            <pc:sldMk cId="3208365807" sldId="325"/>
            <ac:picMk id="10" creationId="{CA003CBF-465E-2F37-5D7A-5A9EC8C0EC1F}"/>
          </ac:picMkLst>
        </pc:picChg>
      </pc:sldChg>
      <pc:sldChg chg="addSp modSp mod">
        <pc:chgData name="Tyenca de Graf" userId="f1cee14c-25a4-487c-9270-6c7626aef750" providerId="ADAL" clId="{7924F671-70FF-4ADD-A55D-1DECF9F7795C}" dt="2025-11-23T18:27:28.366" v="2767" actId="2711"/>
        <pc:sldMkLst>
          <pc:docMk/>
          <pc:sldMk cId="376072918" sldId="326"/>
        </pc:sldMkLst>
        <pc:spChg chg="mod">
          <ac:chgData name="Tyenca de Graf" userId="f1cee14c-25a4-487c-9270-6c7626aef750" providerId="ADAL" clId="{7924F671-70FF-4ADD-A55D-1DECF9F7795C}" dt="2025-11-23T18:26:30.492" v="2720" actId="20577"/>
          <ac:spMkLst>
            <pc:docMk/>
            <pc:sldMk cId="376072918" sldId="326"/>
            <ac:spMk id="3" creationId="{89C83E28-188B-D656-A0BE-F62F6F9FB891}"/>
          </ac:spMkLst>
        </pc:spChg>
        <pc:spChg chg="mod">
          <ac:chgData name="Tyenca de Graf" userId="f1cee14c-25a4-487c-9270-6c7626aef750" providerId="ADAL" clId="{7924F671-70FF-4ADD-A55D-1DECF9F7795C}" dt="2025-11-23T18:27:28.366" v="2767" actId="2711"/>
          <ac:spMkLst>
            <pc:docMk/>
            <pc:sldMk cId="376072918" sldId="326"/>
            <ac:spMk id="12" creationId="{420D1031-7BE5-C77B-1918-4274B59F84E8}"/>
          </ac:spMkLst>
        </pc:spChg>
        <pc:spChg chg="add mod">
          <ac:chgData name="Tyenca de Graf" userId="f1cee14c-25a4-487c-9270-6c7626aef750" providerId="ADAL" clId="{7924F671-70FF-4ADD-A55D-1DECF9F7795C}" dt="2025-11-23T18:27:16.573" v="2764" actId="14100"/>
          <ac:spMkLst>
            <pc:docMk/>
            <pc:sldMk cId="376072918" sldId="326"/>
            <ac:spMk id="14" creationId="{F927FAEE-C626-304E-158E-634531F3EC38}"/>
          </ac:spMkLst>
        </pc:spChg>
      </pc:sldChg>
      <pc:sldChg chg="addSp delSp modSp add mod">
        <pc:chgData name="Tyenca de Graf" userId="f1cee14c-25a4-487c-9270-6c7626aef750" providerId="ADAL" clId="{7924F671-70FF-4ADD-A55D-1DECF9F7795C}" dt="2025-11-23T18:27:44.760" v="2771" actId="20577"/>
        <pc:sldMkLst>
          <pc:docMk/>
          <pc:sldMk cId="1279321116" sldId="327"/>
        </pc:sldMkLst>
        <pc:spChg chg="mod">
          <ac:chgData name="Tyenca de Graf" userId="f1cee14c-25a4-487c-9270-6c7626aef750" providerId="ADAL" clId="{7924F671-70FF-4ADD-A55D-1DECF9F7795C}" dt="2025-11-21T10:41:47.764" v="418" actId="20577"/>
          <ac:spMkLst>
            <pc:docMk/>
            <pc:sldMk cId="1279321116" sldId="327"/>
            <ac:spMk id="2" creationId="{0BE78974-C578-6AFF-C0E8-DFD544509090}"/>
          </ac:spMkLst>
        </pc:spChg>
        <pc:spChg chg="mod">
          <ac:chgData name="Tyenca de Graf" userId="f1cee14c-25a4-487c-9270-6c7626aef750" providerId="ADAL" clId="{7924F671-70FF-4ADD-A55D-1DECF9F7795C}" dt="2025-11-23T18:27:44.760" v="2771" actId="20577"/>
          <ac:spMkLst>
            <pc:docMk/>
            <pc:sldMk cId="1279321116" sldId="327"/>
            <ac:spMk id="3" creationId="{C94E4032-5E27-33B9-B2D6-2A3009D12489}"/>
          </ac:spMkLst>
        </pc:spChg>
        <pc:spChg chg="mod">
          <ac:chgData name="Tyenca de Graf" userId="f1cee14c-25a4-487c-9270-6c7626aef750" providerId="ADAL" clId="{7924F671-70FF-4ADD-A55D-1DECF9F7795C}" dt="2025-11-21T13:14:32.341" v="1382" actId="14100"/>
          <ac:spMkLst>
            <pc:docMk/>
            <pc:sldMk cId="1279321116" sldId="327"/>
            <ac:spMk id="4" creationId="{F12AE940-5496-B8AA-9B4E-CE64353655FE}"/>
          </ac:spMkLst>
        </pc:spChg>
        <pc:spChg chg="add mod ord">
          <ac:chgData name="Tyenca de Graf" userId="f1cee14c-25a4-487c-9270-6c7626aef750" providerId="ADAL" clId="{7924F671-70FF-4ADD-A55D-1DECF9F7795C}" dt="2025-11-21T10:45:03.679" v="503" actId="171"/>
          <ac:spMkLst>
            <pc:docMk/>
            <pc:sldMk cId="1279321116" sldId="327"/>
            <ac:spMk id="7" creationId="{F1D2D08C-8356-88F8-83FF-F7517998F5BE}"/>
          </ac:spMkLst>
        </pc:spChg>
        <pc:graphicFrameChg chg="add mod modGraphic">
          <ac:chgData name="Tyenca de Graf" userId="f1cee14c-25a4-487c-9270-6c7626aef750" providerId="ADAL" clId="{7924F671-70FF-4ADD-A55D-1DECF9F7795C}" dt="2025-11-21T10:45:44.437" v="512" actId="20577"/>
          <ac:graphicFrameMkLst>
            <pc:docMk/>
            <pc:sldMk cId="1279321116" sldId="327"/>
            <ac:graphicFrameMk id="6" creationId="{AB252253-1C2A-EBF5-5A9A-2221DBD0D478}"/>
          </ac:graphicFrameMkLst>
        </pc:graphicFrameChg>
      </pc:sldChg>
      <pc:sldChg chg="modSp mod">
        <pc:chgData name="Tyenca de Graf" userId="f1cee14c-25a4-487c-9270-6c7626aef750" providerId="ADAL" clId="{7924F671-70FF-4ADD-A55D-1DECF9F7795C}" dt="2025-11-23T18:29:59.101" v="2772" actId="1076"/>
        <pc:sldMkLst>
          <pc:docMk/>
          <pc:sldMk cId="3611855768" sldId="328"/>
        </pc:sldMkLst>
        <pc:spChg chg="mod">
          <ac:chgData name="Tyenca de Graf" userId="f1cee14c-25a4-487c-9270-6c7626aef750" providerId="ADAL" clId="{7924F671-70FF-4ADD-A55D-1DECF9F7795C}" dt="2025-11-23T18:29:59.101" v="2772" actId="1076"/>
          <ac:spMkLst>
            <pc:docMk/>
            <pc:sldMk cId="3611855768" sldId="328"/>
            <ac:spMk id="7" creationId="{9F257960-4769-C4FA-1A28-11552EC2E32A}"/>
          </ac:spMkLst>
        </pc:spChg>
      </pc:sldChg>
      <pc:sldChg chg="modSp new mod ord">
        <pc:chgData name="Tyenca de Graf" userId="f1cee14c-25a4-487c-9270-6c7626aef750" providerId="ADAL" clId="{7924F671-70FF-4ADD-A55D-1DECF9F7795C}" dt="2025-11-21T13:13:20.904" v="1316" actId="20577"/>
        <pc:sldMkLst>
          <pc:docMk/>
          <pc:sldMk cId="3927794002" sldId="330"/>
        </pc:sldMkLst>
        <pc:spChg chg="mod">
          <ac:chgData name="Tyenca de Graf" userId="f1cee14c-25a4-487c-9270-6c7626aef750" providerId="ADAL" clId="{7924F671-70FF-4ADD-A55D-1DECF9F7795C}" dt="2025-11-21T12:57:24.158" v="1124" actId="20577"/>
          <ac:spMkLst>
            <pc:docMk/>
            <pc:sldMk cId="3927794002" sldId="330"/>
            <ac:spMk id="2" creationId="{ADA51F64-0E6D-BF5B-8FF3-245C396E7A15}"/>
          </ac:spMkLst>
        </pc:spChg>
        <pc:spChg chg="mod">
          <ac:chgData name="Tyenca de Graf" userId="f1cee14c-25a4-487c-9270-6c7626aef750" providerId="ADAL" clId="{7924F671-70FF-4ADD-A55D-1DECF9F7795C}" dt="2025-11-21T13:13:20.904" v="1316" actId="20577"/>
          <ac:spMkLst>
            <pc:docMk/>
            <pc:sldMk cId="3927794002" sldId="330"/>
            <ac:spMk id="3" creationId="{08074DAC-7071-3D12-047C-C7699038A372}"/>
          </ac:spMkLst>
        </pc:spChg>
      </pc:sldChg>
      <pc:sldChg chg="addSp delSp modSp new mod">
        <pc:chgData name="Tyenca de Graf" userId="f1cee14c-25a4-487c-9270-6c7626aef750" providerId="ADAL" clId="{7924F671-70FF-4ADD-A55D-1DECF9F7795C}" dt="2025-11-21T14:37:16.857" v="2191" actId="21"/>
        <pc:sldMkLst>
          <pc:docMk/>
          <pc:sldMk cId="3362128134" sldId="331"/>
        </pc:sldMkLst>
        <pc:spChg chg="mod">
          <ac:chgData name="Tyenca de Graf" userId="f1cee14c-25a4-487c-9270-6c7626aef750" providerId="ADAL" clId="{7924F671-70FF-4ADD-A55D-1DECF9F7795C}" dt="2025-11-21T14:28:42.752" v="2179" actId="20577"/>
          <ac:spMkLst>
            <pc:docMk/>
            <pc:sldMk cId="3362128134" sldId="331"/>
            <ac:spMk id="2" creationId="{4844CF75-69CF-43D0-5630-3864F9DC96B6}"/>
          </ac:spMkLst>
        </pc:spChg>
        <pc:spChg chg="add del mod">
          <ac:chgData name="Tyenca de Graf" userId="f1cee14c-25a4-487c-9270-6c7626aef750" providerId="ADAL" clId="{7924F671-70FF-4ADD-A55D-1DECF9F7795C}" dt="2025-11-21T14:37:16.857" v="2191" actId="21"/>
          <ac:spMkLst>
            <pc:docMk/>
            <pc:sldMk cId="3362128134" sldId="331"/>
            <ac:spMk id="3" creationId="{FB7E91DF-C770-6568-EC51-FDA64A848A94}"/>
          </ac:spMkLst>
        </pc:spChg>
      </pc:sldChg>
      <pc:sldChg chg="modSp add mod">
        <pc:chgData name="Tyenca de Graf" userId="f1cee14c-25a4-487c-9270-6c7626aef750" providerId="ADAL" clId="{7924F671-70FF-4ADD-A55D-1DECF9F7795C}" dt="2025-11-21T14:28:53.912" v="2186" actId="20577"/>
        <pc:sldMkLst>
          <pc:docMk/>
          <pc:sldMk cId="3718329595" sldId="332"/>
        </pc:sldMkLst>
        <pc:spChg chg="mod">
          <ac:chgData name="Tyenca de Graf" userId="f1cee14c-25a4-487c-9270-6c7626aef750" providerId="ADAL" clId="{7924F671-70FF-4ADD-A55D-1DECF9F7795C}" dt="2025-11-21T14:28:53.912" v="2186" actId="20577"/>
          <ac:spMkLst>
            <pc:docMk/>
            <pc:sldMk cId="3718329595" sldId="332"/>
            <ac:spMk id="2" creationId="{FADBE7CE-41A2-16DD-7499-A5D0C12171E8}"/>
          </ac:spMkLst>
        </pc:spChg>
        <pc:spChg chg="mod">
          <ac:chgData name="Tyenca de Graf" userId="f1cee14c-25a4-487c-9270-6c7626aef750" providerId="ADAL" clId="{7924F671-70FF-4ADD-A55D-1DECF9F7795C}" dt="2025-11-21T14:28:48.670" v="2181" actId="20577"/>
          <ac:spMkLst>
            <pc:docMk/>
            <pc:sldMk cId="3718329595" sldId="332"/>
            <ac:spMk id="3" creationId="{C4F65A35-3C11-04C0-3EF9-04A48DA9BC6A}"/>
          </ac:spMkLst>
        </pc:spChg>
      </pc:sldChg>
      <pc:sldChg chg="modSp add mod">
        <pc:chgData name="Tyenca de Graf" userId="f1cee14c-25a4-487c-9270-6c7626aef750" providerId="ADAL" clId="{7924F671-70FF-4ADD-A55D-1DECF9F7795C}" dt="2025-11-21T14:29:00.197" v="2190" actId="20577"/>
        <pc:sldMkLst>
          <pc:docMk/>
          <pc:sldMk cId="3551479657" sldId="333"/>
        </pc:sldMkLst>
        <pc:spChg chg="mod">
          <ac:chgData name="Tyenca de Graf" userId="f1cee14c-25a4-487c-9270-6c7626aef750" providerId="ADAL" clId="{7924F671-70FF-4ADD-A55D-1DECF9F7795C}" dt="2025-11-21T14:29:00.197" v="2190" actId="20577"/>
          <ac:spMkLst>
            <pc:docMk/>
            <pc:sldMk cId="3551479657" sldId="333"/>
            <ac:spMk id="2" creationId="{4C4DA9AB-0156-1EDC-C410-EF3FFB868714}"/>
          </ac:spMkLst>
        </pc:spChg>
      </pc:sldChg>
      <pc:sldChg chg="modSp mod">
        <pc:chgData name="Tyenca de Graf" userId="f1cee14c-25a4-487c-9270-6c7626aef750" providerId="ADAL" clId="{7924F671-70FF-4ADD-A55D-1DECF9F7795C}" dt="2025-11-23T18:10:20.009" v="2396" actId="20577"/>
        <pc:sldMkLst>
          <pc:docMk/>
          <pc:sldMk cId="2609612816" sldId="335"/>
        </pc:sldMkLst>
        <pc:spChg chg="mod">
          <ac:chgData name="Tyenca de Graf" userId="f1cee14c-25a4-487c-9270-6c7626aef750" providerId="ADAL" clId="{7924F671-70FF-4ADD-A55D-1DECF9F7795C}" dt="2025-11-23T18:10:20.009" v="2396" actId="20577"/>
          <ac:spMkLst>
            <pc:docMk/>
            <pc:sldMk cId="2609612816" sldId="335"/>
            <ac:spMk id="10" creationId="{78E64689-34B5-0DAA-4D39-5AC0C0F1A13F}"/>
          </ac:spMkLst>
        </pc:spChg>
      </pc:sldChg>
      <pc:sldMasterChg chg="setBg modSldLayout">
        <pc:chgData name="Tyenca de Graf" userId="f1cee14c-25a4-487c-9270-6c7626aef750" providerId="ADAL" clId="{7924F671-70FF-4ADD-A55D-1DECF9F7795C}" dt="2025-11-19T09:27:53.640" v="285"/>
        <pc:sldMasterMkLst>
          <pc:docMk/>
          <pc:sldMasterMk cId="1788353970" sldId="2147483648"/>
        </pc:sldMasterMkLst>
        <pc:sldLayoutChg chg="setBg">
          <pc:chgData name="Tyenca de Graf" userId="f1cee14c-25a4-487c-9270-6c7626aef750" providerId="ADAL" clId="{7924F671-70FF-4ADD-A55D-1DECF9F7795C}" dt="2025-11-19T09:27:53.640" v="285"/>
          <pc:sldLayoutMkLst>
            <pc:docMk/>
            <pc:sldMasterMk cId="1788353970" sldId="2147483648"/>
            <pc:sldLayoutMk cId="3190945164" sldId="2147483661"/>
          </pc:sldLayoutMkLst>
        </pc:sldLayoutChg>
        <pc:sldLayoutChg chg="setBg">
          <pc:chgData name="Tyenca de Graf" userId="f1cee14c-25a4-487c-9270-6c7626aef750" providerId="ADAL" clId="{7924F671-70FF-4ADD-A55D-1DECF9F7795C}" dt="2025-11-19T09:27:53.640" v="285"/>
          <pc:sldLayoutMkLst>
            <pc:docMk/>
            <pc:sldMasterMk cId="1788353970" sldId="2147483648"/>
            <pc:sldLayoutMk cId="4020426631" sldId="2147483669"/>
          </pc:sldLayoutMkLst>
        </pc:sldLayoutChg>
        <pc:sldLayoutChg chg="setBg">
          <pc:chgData name="Tyenca de Graf" userId="f1cee14c-25a4-487c-9270-6c7626aef750" providerId="ADAL" clId="{7924F671-70FF-4ADD-A55D-1DECF9F7795C}" dt="2025-11-19T09:27:53.640" v="285"/>
          <pc:sldLayoutMkLst>
            <pc:docMk/>
            <pc:sldMasterMk cId="1788353970" sldId="2147483648"/>
            <pc:sldLayoutMk cId="2883176917" sldId="2147483671"/>
          </pc:sldLayoutMkLst>
        </pc:sldLayoutChg>
        <pc:sldLayoutChg chg="setBg">
          <pc:chgData name="Tyenca de Graf" userId="f1cee14c-25a4-487c-9270-6c7626aef750" providerId="ADAL" clId="{7924F671-70FF-4ADD-A55D-1DECF9F7795C}" dt="2025-11-19T09:27:53.640" v="285"/>
          <pc:sldLayoutMkLst>
            <pc:docMk/>
            <pc:sldMasterMk cId="1788353970" sldId="2147483648"/>
            <pc:sldLayoutMk cId="4193030505" sldId="2147483675"/>
          </pc:sldLayoutMkLst>
        </pc:sldLayoutChg>
        <pc:sldLayoutChg chg="setBg">
          <pc:chgData name="Tyenca de Graf" userId="f1cee14c-25a4-487c-9270-6c7626aef750" providerId="ADAL" clId="{7924F671-70FF-4ADD-A55D-1DECF9F7795C}" dt="2025-11-19T09:27:53.640" v="285"/>
          <pc:sldLayoutMkLst>
            <pc:docMk/>
            <pc:sldMasterMk cId="1788353970" sldId="2147483648"/>
            <pc:sldLayoutMk cId="1827098551" sldId="2147483677"/>
          </pc:sldLayoutMkLst>
        </pc:sldLayoutChg>
      </pc:sldMasterChg>
    </pc:docChg>
  </pc:docChgLst>
  <pc:docChgLst>
    <pc:chgData name="Laura Niesse" userId="S::laura.niesse@student.uva.nl::f797be47-1225-40a4-92d0-2d4f9e4be222" providerId="AD" clId="Web-{16D73A98-FBCB-942B-C7AE-B4C30682EFFF}"/>
    <pc:docChg chg="modSld">
      <pc:chgData name="Laura Niesse" userId="S::laura.niesse@student.uva.nl::f797be47-1225-40a4-92d0-2d4f9e4be222" providerId="AD" clId="Web-{16D73A98-FBCB-942B-C7AE-B4C30682EFFF}" dt="2025-11-16T12:09:07.807" v="19" actId="20577"/>
      <pc:docMkLst>
        <pc:docMk/>
      </pc:docMkLst>
    </pc:docChg>
  </pc:docChgLst>
  <pc:docChgLst>
    <pc:chgData name="Laura Niesse" userId="S::laura.niesse@student.uva.nl::f797be47-1225-40a4-92d0-2d4f9e4be222" providerId="AD" clId="Web-{597FF5A5-C446-67E1-B657-977865754633}"/>
    <pc:docChg chg="addSld delSld modSld sldOrd">
      <pc:chgData name="Laura Niesse" userId="S::laura.niesse@student.uva.nl::f797be47-1225-40a4-92d0-2d4f9e4be222" providerId="AD" clId="Web-{597FF5A5-C446-67E1-B657-977865754633}" dt="2025-11-13T21:38:57.044" v="2980" actId="20577"/>
      <pc:docMkLst>
        <pc:docMk/>
      </pc:docMkLst>
    </pc:docChg>
  </pc:docChgLst>
  <pc:docChgLst>
    <pc:chgData name="Tyenca de Graf" userId="S::tyenca.de.graf@student.uva.nl::f1cee14c-25a4-487c-9270-6c7626aef750" providerId="AD" clId="Web-{F1D6A23D-734E-F003-D027-083FA51C5AF3}"/>
    <pc:docChg chg="addSld delSld modSld sldOrd">
      <pc:chgData name="Tyenca de Graf" userId="S::tyenca.de.graf@student.uva.nl::f1cee14c-25a4-487c-9270-6c7626aef750" providerId="AD" clId="Web-{F1D6A23D-734E-F003-D027-083FA51C5AF3}" dt="2025-11-14T16:53:48.960" v="1537" actId="1076"/>
      <pc:docMkLst>
        <pc:docMk/>
      </pc:docMkLst>
    </pc:docChg>
  </pc:docChgLst>
  <pc:docChgLst>
    <pc:chgData name="Tyenca de Graf" userId="S::tyenca.de.graf@student.uva.nl::f1cee14c-25a4-487c-9270-6c7626aef750" providerId="AD" clId="Web-{397D0E4E-97E9-9B1F-FA2C-398D7E215752}"/>
    <pc:docChg chg="modSld">
      <pc:chgData name="Tyenca de Graf" userId="S::tyenca.de.graf@student.uva.nl::f1cee14c-25a4-487c-9270-6c7626aef750" providerId="AD" clId="Web-{397D0E4E-97E9-9B1F-FA2C-398D7E215752}" dt="2025-11-12T13:45:26.195" v="34"/>
      <pc:docMkLst>
        <pc:docMk/>
      </pc:docMkLst>
    </pc:docChg>
  </pc:docChgLst>
  <pc:docChgLst>
    <pc:chgData name="Laura Niesse" userId="S::laura.niesse@student.uva.nl::f797be47-1225-40a4-92d0-2d4f9e4be222" providerId="AD" clId="Web-{B5CB9E4D-0DD6-B4BA-7835-B734690D2351}"/>
    <pc:docChg chg="addSld modSld sldOrd">
      <pc:chgData name="Laura Niesse" userId="S::laura.niesse@student.uva.nl::f797be47-1225-40a4-92d0-2d4f9e4be222" providerId="AD" clId="Web-{B5CB9E4D-0DD6-B4BA-7835-B734690D2351}" dt="2025-11-21T11:57:34.908" v="1083" actId="14100"/>
      <pc:docMkLst>
        <pc:docMk/>
      </pc:docMkLst>
      <pc:sldChg chg="addSp delSp modSp new">
        <pc:chgData name="Laura Niesse" userId="S::laura.niesse@student.uva.nl::f797be47-1225-40a4-92d0-2d4f9e4be222" providerId="AD" clId="Web-{B5CB9E4D-0DD6-B4BA-7835-B734690D2351}" dt="2025-11-21T11:57:34.908" v="1083" actId="14100"/>
        <pc:sldMkLst>
          <pc:docMk/>
          <pc:sldMk cId="376072918" sldId="326"/>
        </pc:sldMkLst>
        <pc:spChg chg="mod">
          <ac:chgData name="Laura Niesse" userId="S::laura.niesse@student.uva.nl::f797be47-1225-40a4-92d0-2d4f9e4be222" providerId="AD" clId="Web-{B5CB9E4D-0DD6-B4BA-7835-B734690D2351}" dt="2025-11-21T11:57:31.455" v="1082" actId="1076"/>
          <ac:spMkLst>
            <pc:docMk/>
            <pc:sldMk cId="376072918" sldId="326"/>
            <ac:spMk id="2" creationId="{E3AEA6BE-CDA3-67A8-7A94-7C8C6A3AF72B}"/>
          </ac:spMkLst>
        </pc:spChg>
        <pc:spChg chg="add mod">
          <ac:chgData name="Laura Niesse" userId="S::laura.niesse@student.uva.nl::f797be47-1225-40a4-92d0-2d4f9e4be222" providerId="AD" clId="Web-{B5CB9E4D-0DD6-B4BA-7835-B734690D2351}" dt="2025-11-21T11:57:34.908" v="1083" actId="14100"/>
          <ac:spMkLst>
            <pc:docMk/>
            <pc:sldMk cId="376072918" sldId="326"/>
            <ac:spMk id="3" creationId="{89C83E28-188B-D656-A0BE-F62F6F9FB891}"/>
          </ac:spMkLst>
        </pc:spChg>
        <pc:picChg chg="add mod">
          <ac:chgData name="Laura Niesse" userId="S::laura.niesse@student.uva.nl::f797be47-1225-40a4-92d0-2d4f9e4be222" providerId="AD" clId="Web-{B5CB9E4D-0DD6-B4BA-7835-B734690D2351}" dt="2025-11-21T11:57:27.595" v="1081" actId="1076"/>
          <ac:picMkLst>
            <pc:docMk/>
            <pc:sldMk cId="376072918" sldId="326"/>
            <ac:picMk id="4" creationId="{395AFEC9-A80C-C624-70C3-F444428B5E69}"/>
          </ac:picMkLst>
        </pc:picChg>
      </pc:sldChg>
      <pc:sldChg chg="modSp new">
        <pc:chgData name="Laura Niesse" userId="S::laura.niesse@student.uva.nl::f797be47-1225-40a4-92d0-2d4f9e4be222" providerId="AD" clId="Web-{B5CB9E4D-0DD6-B4BA-7835-B734690D2351}" dt="2025-11-21T11:23:10.389" v="1039" actId="20577"/>
        <pc:sldMkLst>
          <pc:docMk/>
          <pc:sldMk cId="3611855768" sldId="328"/>
        </pc:sldMkLst>
        <pc:spChg chg="mod">
          <ac:chgData name="Laura Niesse" userId="S::laura.niesse@student.uva.nl::f797be47-1225-40a4-92d0-2d4f9e4be222" providerId="AD" clId="Web-{B5CB9E4D-0DD6-B4BA-7835-B734690D2351}" dt="2025-11-21T11:23:05.779" v="1037" actId="20577"/>
          <ac:spMkLst>
            <pc:docMk/>
            <pc:sldMk cId="3611855768" sldId="328"/>
            <ac:spMk id="2" creationId="{09E878BA-F289-EC21-7CB5-48FBF4EA957A}"/>
          </ac:spMkLst>
        </pc:spChg>
        <pc:spChg chg="mod">
          <ac:chgData name="Laura Niesse" userId="S::laura.niesse@student.uva.nl::f797be47-1225-40a4-92d0-2d4f9e4be222" providerId="AD" clId="Web-{B5CB9E4D-0DD6-B4BA-7835-B734690D2351}" dt="2025-11-21T11:23:10.389" v="1039" actId="20577"/>
          <ac:spMkLst>
            <pc:docMk/>
            <pc:sldMk cId="3611855768" sldId="328"/>
            <ac:spMk id="3" creationId="{370EC0AD-7552-44EA-A905-BDF9B75B953A}"/>
          </ac:spMkLst>
        </pc:spChg>
      </pc:sldChg>
    </pc:docChg>
  </pc:docChgLst>
  <pc:docChgLst>
    <pc:chgData name="Tyenca de Graf" userId="S::tyenca.de.graf@student.uva.nl::f1cee14c-25a4-487c-9270-6c7626aef750" providerId="AD" clId="Web-{229D2A32-1B7A-6E80-E856-32AF20FCD488}"/>
    <pc:docChg chg="modSld">
      <pc:chgData name="Tyenca de Graf" userId="S::tyenca.de.graf@student.uva.nl::f1cee14c-25a4-487c-9270-6c7626aef750" providerId="AD" clId="Web-{229D2A32-1B7A-6E80-E856-32AF20FCD488}" dt="2025-11-14T20:46:59.269" v="19" actId="20577"/>
      <pc:docMkLst>
        <pc:docMk/>
      </pc:docMkLst>
    </pc:docChg>
  </pc:docChgLst>
  <pc:docChgLst>
    <pc:chgData name="Tyenca de Graf" userId="S::tyenca.de.graf@student.uva.nl::f1cee14c-25a4-487c-9270-6c7626aef750" providerId="AD" clId="Web-{F08C97D2-2991-7299-BA61-4153B703BE9C}"/>
    <pc:docChg chg="modSld">
      <pc:chgData name="Tyenca de Graf" userId="S::tyenca.de.graf@student.uva.nl::f1cee14c-25a4-487c-9270-6c7626aef750" providerId="AD" clId="Web-{F08C97D2-2991-7299-BA61-4153B703BE9C}" dt="2025-11-22T09:21:22.285" v="12" actId="20577"/>
      <pc:docMkLst>
        <pc:docMk/>
      </pc:docMkLst>
      <pc:sldChg chg="modSp">
        <pc:chgData name="Tyenca de Graf" userId="S::tyenca.de.graf@student.uva.nl::f1cee14c-25a4-487c-9270-6c7626aef750" providerId="AD" clId="Web-{F08C97D2-2991-7299-BA61-4153B703BE9C}" dt="2025-11-22T09:21:22.285" v="12" actId="20577"/>
        <pc:sldMkLst>
          <pc:docMk/>
          <pc:sldMk cId="3362128134" sldId="331"/>
        </pc:sldMkLst>
        <pc:spChg chg="mod">
          <ac:chgData name="Tyenca de Graf" userId="S::tyenca.de.graf@student.uva.nl::f1cee14c-25a4-487c-9270-6c7626aef750" providerId="AD" clId="Web-{F08C97D2-2991-7299-BA61-4153B703BE9C}" dt="2025-11-22T09:21:22.285" v="12" actId="20577"/>
          <ac:spMkLst>
            <pc:docMk/>
            <pc:sldMk cId="3362128134" sldId="331"/>
            <ac:spMk id="3" creationId="{FB7E91DF-C770-6568-EC51-FDA64A848A94}"/>
          </ac:spMkLst>
        </pc:spChg>
      </pc:sldChg>
    </pc:docChg>
  </pc:docChgLst>
  <pc:docChgLst>
    <pc:chgData name="Laura Niesse" userId="S::laura.niesse@student.uva.nl::f797be47-1225-40a4-92d0-2d4f9e4be222" providerId="AD" clId="Web-{4490A30C-B2E9-15DE-FFAC-91D42512AE79}"/>
    <pc:docChg chg="addSld delSld modSld sldOrd">
      <pc:chgData name="Laura Niesse" userId="S::laura.niesse@student.uva.nl::f797be47-1225-40a4-92d0-2d4f9e4be222" providerId="AD" clId="Web-{4490A30C-B2E9-15DE-FFAC-91D42512AE79}" dt="2025-11-23T13:35:27.737" v="3854" actId="20577"/>
      <pc:docMkLst>
        <pc:docMk/>
      </pc:docMkLst>
      <pc:sldChg chg="modSp ord">
        <pc:chgData name="Laura Niesse" userId="S::laura.niesse@student.uva.nl::f797be47-1225-40a4-92d0-2d4f9e4be222" providerId="AD" clId="Web-{4490A30C-B2E9-15DE-FFAC-91D42512AE79}" dt="2025-11-23T13:34:26.643" v="3852"/>
        <pc:sldMkLst>
          <pc:docMk/>
          <pc:sldMk cId="3937169999" sldId="317"/>
        </pc:sldMkLst>
        <pc:spChg chg="mod">
          <ac:chgData name="Laura Niesse" userId="S::laura.niesse@student.uva.nl::f797be47-1225-40a4-92d0-2d4f9e4be222" providerId="AD" clId="Web-{4490A30C-B2E9-15DE-FFAC-91D42512AE79}" dt="2025-11-23T13:34:06.392" v="3851" actId="20577"/>
          <ac:spMkLst>
            <pc:docMk/>
            <pc:sldMk cId="3937169999" sldId="317"/>
            <ac:spMk id="2" creationId="{82D3AA61-AE58-91B3-F565-3B8CF633F568}"/>
          </ac:spMkLst>
        </pc:spChg>
      </pc:sldChg>
      <pc:sldChg chg="modSp">
        <pc:chgData name="Laura Niesse" userId="S::laura.niesse@student.uva.nl::f797be47-1225-40a4-92d0-2d4f9e4be222" providerId="AD" clId="Web-{4490A30C-B2E9-15DE-FFAC-91D42512AE79}" dt="2025-11-22T16:36:50.651" v="2409" actId="20577"/>
        <pc:sldMkLst>
          <pc:docMk/>
          <pc:sldMk cId="2674629505" sldId="320"/>
        </pc:sldMkLst>
        <pc:spChg chg="mod">
          <ac:chgData name="Laura Niesse" userId="S::laura.niesse@student.uva.nl::f797be47-1225-40a4-92d0-2d4f9e4be222" providerId="AD" clId="Web-{4490A30C-B2E9-15DE-FFAC-91D42512AE79}" dt="2025-11-22T16:36:50.651" v="2409" actId="20577"/>
          <ac:spMkLst>
            <pc:docMk/>
            <pc:sldMk cId="2674629505" sldId="320"/>
            <ac:spMk id="2" creationId="{293E8510-818E-00C5-6195-65B8C6460BF3}"/>
          </ac:spMkLst>
        </pc:spChg>
      </pc:sldChg>
      <pc:sldChg chg="del">
        <pc:chgData name="Laura Niesse" userId="S::laura.niesse@student.uva.nl::f797be47-1225-40a4-92d0-2d4f9e4be222" providerId="AD" clId="Web-{4490A30C-B2E9-15DE-FFAC-91D42512AE79}" dt="2025-11-22T16:33:04.085" v="2396"/>
        <pc:sldMkLst>
          <pc:docMk/>
          <pc:sldMk cId="2668360612" sldId="321"/>
        </pc:sldMkLst>
      </pc:sldChg>
      <pc:sldChg chg="modSp">
        <pc:chgData name="Laura Niesse" userId="S::laura.niesse@student.uva.nl::f797be47-1225-40a4-92d0-2d4f9e4be222" providerId="AD" clId="Web-{4490A30C-B2E9-15DE-FFAC-91D42512AE79}" dt="2025-11-23T13:35:27.737" v="3854" actId="20577"/>
        <pc:sldMkLst>
          <pc:docMk/>
          <pc:sldMk cId="376072918" sldId="326"/>
        </pc:sldMkLst>
        <pc:spChg chg="mod">
          <ac:chgData name="Laura Niesse" userId="S::laura.niesse@student.uva.nl::f797be47-1225-40a4-92d0-2d4f9e4be222" providerId="AD" clId="Web-{4490A30C-B2E9-15DE-FFAC-91D42512AE79}" dt="2025-11-23T13:35:27.737" v="3854" actId="20577"/>
          <ac:spMkLst>
            <pc:docMk/>
            <pc:sldMk cId="376072918" sldId="326"/>
            <ac:spMk id="2" creationId="{E3AEA6BE-CDA3-67A8-7A94-7C8C6A3AF72B}"/>
          </ac:spMkLst>
        </pc:spChg>
      </pc:sldChg>
      <pc:sldChg chg="modSp">
        <pc:chgData name="Laura Niesse" userId="S::laura.niesse@student.uva.nl::f797be47-1225-40a4-92d0-2d4f9e4be222" providerId="AD" clId="Web-{4490A30C-B2E9-15DE-FFAC-91D42512AE79}" dt="2025-11-22T16:01:57.211" v="1278" actId="20577"/>
        <pc:sldMkLst>
          <pc:docMk/>
          <pc:sldMk cId="1279321116" sldId="327"/>
        </pc:sldMkLst>
        <pc:spChg chg="mod">
          <ac:chgData name="Laura Niesse" userId="S::laura.niesse@student.uva.nl::f797be47-1225-40a4-92d0-2d4f9e4be222" providerId="AD" clId="Web-{4490A30C-B2E9-15DE-FFAC-91D42512AE79}" dt="2025-11-22T16:01:57.211" v="1278" actId="20577"/>
          <ac:spMkLst>
            <pc:docMk/>
            <pc:sldMk cId="1279321116" sldId="327"/>
            <ac:spMk id="3" creationId="{C94E4032-5E27-33B9-B2D6-2A3009D12489}"/>
          </ac:spMkLst>
        </pc:spChg>
      </pc:sldChg>
      <pc:sldChg chg="addSp delSp modSp">
        <pc:chgData name="Laura Niesse" userId="S::laura.niesse@student.uva.nl::f797be47-1225-40a4-92d0-2d4f9e4be222" providerId="AD" clId="Web-{4490A30C-B2E9-15DE-FFAC-91D42512AE79}" dt="2025-11-23T13:33:04.517" v="3848" actId="20577"/>
        <pc:sldMkLst>
          <pc:docMk/>
          <pc:sldMk cId="3611855768" sldId="328"/>
        </pc:sldMkLst>
        <pc:spChg chg="mod">
          <ac:chgData name="Laura Niesse" userId="S::laura.niesse@student.uva.nl::f797be47-1225-40a4-92d0-2d4f9e4be222" providerId="AD" clId="Web-{4490A30C-B2E9-15DE-FFAC-91D42512AE79}" dt="2025-11-23T13:32:23.907" v="3844" actId="1076"/>
          <ac:spMkLst>
            <pc:docMk/>
            <pc:sldMk cId="3611855768" sldId="328"/>
            <ac:spMk id="2" creationId="{09E878BA-F289-EC21-7CB5-48FBF4EA957A}"/>
          </ac:spMkLst>
        </pc:spChg>
        <pc:spChg chg="mod">
          <ac:chgData name="Laura Niesse" userId="S::laura.niesse@student.uva.nl::f797be47-1225-40a4-92d0-2d4f9e4be222" providerId="AD" clId="Web-{4490A30C-B2E9-15DE-FFAC-91D42512AE79}" dt="2025-11-22T09:39:04.159" v="1" actId="20577"/>
          <ac:spMkLst>
            <pc:docMk/>
            <pc:sldMk cId="3611855768" sldId="328"/>
            <ac:spMk id="3" creationId="{370EC0AD-7552-44EA-A905-BDF9B75B953A}"/>
          </ac:spMkLst>
        </pc:spChg>
        <pc:spChg chg="add del">
          <ac:chgData name="Laura Niesse" userId="S::laura.niesse@student.uva.nl::f797be47-1225-40a4-92d0-2d4f9e4be222" providerId="AD" clId="Web-{4490A30C-B2E9-15DE-FFAC-91D42512AE79}" dt="2025-11-23T13:17:53.659" v="3695"/>
          <ac:spMkLst>
            <pc:docMk/>
            <pc:sldMk cId="3611855768" sldId="328"/>
            <ac:spMk id="4" creationId="{3156A436-C565-28CC-7D75-4221C0242781}"/>
          </ac:spMkLst>
        </pc:spChg>
        <pc:spChg chg="add del">
          <ac:chgData name="Laura Niesse" userId="S::laura.niesse@student.uva.nl::f797be47-1225-40a4-92d0-2d4f9e4be222" providerId="AD" clId="Web-{4490A30C-B2E9-15DE-FFAC-91D42512AE79}" dt="2025-11-23T13:20:25.680" v="3697"/>
          <ac:spMkLst>
            <pc:docMk/>
            <pc:sldMk cId="3611855768" sldId="328"/>
            <ac:spMk id="5" creationId="{D4AEE76A-8FD0-8333-4B46-DCD4DC55A23B}"/>
          </ac:spMkLst>
        </pc:spChg>
        <pc:spChg chg="add">
          <ac:chgData name="Laura Niesse" userId="S::laura.niesse@student.uva.nl::f797be47-1225-40a4-92d0-2d4f9e4be222" providerId="AD" clId="Web-{4490A30C-B2E9-15DE-FFAC-91D42512AE79}" dt="2025-11-23T13:20:37.962" v="3698"/>
          <ac:spMkLst>
            <pc:docMk/>
            <pc:sldMk cId="3611855768" sldId="328"/>
            <ac:spMk id="6" creationId="{E1EB7464-A9B7-5FF3-5C50-5BCB6E994A5A}"/>
          </ac:spMkLst>
        </pc:spChg>
        <pc:spChg chg="add mod">
          <ac:chgData name="Laura Niesse" userId="S::laura.niesse@student.uva.nl::f797be47-1225-40a4-92d0-2d4f9e4be222" providerId="AD" clId="Web-{4490A30C-B2E9-15DE-FFAC-91D42512AE79}" dt="2025-11-23T13:33:04.517" v="3848" actId="20577"/>
          <ac:spMkLst>
            <pc:docMk/>
            <pc:sldMk cId="3611855768" sldId="328"/>
            <ac:spMk id="7" creationId="{9F257960-4769-C4FA-1A28-11552EC2E32A}"/>
          </ac:spMkLst>
        </pc:spChg>
      </pc:sldChg>
      <pc:sldChg chg="del">
        <pc:chgData name="Laura Niesse" userId="S::laura.niesse@student.uva.nl::f797be47-1225-40a4-92d0-2d4f9e4be222" providerId="AD" clId="Web-{4490A30C-B2E9-15DE-FFAC-91D42512AE79}" dt="2025-11-23T13:33:45.783" v="3849"/>
        <pc:sldMkLst>
          <pc:docMk/>
          <pc:sldMk cId="2066409322" sldId="329"/>
        </pc:sldMkLst>
      </pc:sldChg>
      <pc:sldChg chg="modSp">
        <pc:chgData name="Laura Niesse" userId="S::laura.niesse@student.uva.nl::f797be47-1225-40a4-92d0-2d4f9e4be222" providerId="AD" clId="Web-{4490A30C-B2E9-15DE-FFAC-91D42512AE79}" dt="2025-11-22T10:52:33.954" v="461" actId="20577"/>
        <pc:sldMkLst>
          <pc:docMk/>
          <pc:sldMk cId="3362128134" sldId="331"/>
        </pc:sldMkLst>
        <pc:spChg chg="mod">
          <ac:chgData name="Laura Niesse" userId="S::laura.niesse@student.uva.nl::f797be47-1225-40a4-92d0-2d4f9e4be222" providerId="AD" clId="Web-{4490A30C-B2E9-15DE-FFAC-91D42512AE79}" dt="2025-11-22T10:52:33.954" v="461" actId="20577"/>
          <ac:spMkLst>
            <pc:docMk/>
            <pc:sldMk cId="3362128134" sldId="331"/>
            <ac:spMk id="3" creationId="{FB7E91DF-C770-6568-EC51-FDA64A848A94}"/>
          </ac:spMkLst>
        </pc:spChg>
      </pc:sldChg>
      <pc:sldChg chg="modSp">
        <pc:chgData name="Laura Niesse" userId="S::laura.niesse@student.uva.nl::f797be47-1225-40a4-92d0-2d4f9e4be222" providerId="AD" clId="Web-{4490A30C-B2E9-15DE-FFAC-91D42512AE79}" dt="2025-11-22T12:48:58.652" v="896" actId="20577"/>
        <pc:sldMkLst>
          <pc:docMk/>
          <pc:sldMk cId="3718329595" sldId="332"/>
        </pc:sldMkLst>
        <pc:spChg chg="mod">
          <ac:chgData name="Laura Niesse" userId="S::laura.niesse@student.uva.nl::f797be47-1225-40a4-92d0-2d4f9e4be222" providerId="AD" clId="Web-{4490A30C-B2E9-15DE-FFAC-91D42512AE79}" dt="2025-11-22T12:48:58.652" v="896" actId="20577"/>
          <ac:spMkLst>
            <pc:docMk/>
            <pc:sldMk cId="3718329595" sldId="332"/>
            <ac:spMk id="3" creationId="{C4F65A35-3C11-04C0-3EF9-04A48DA9BC6A}"/>
          </ac:spMkLst>
        </pc:spChg>
      </pc:sldChg>
      <pc:sldChg chg="modSp">
        <pc:chgData name="Laura Niesse" userId="S::laura.niesse@student.uva.nl::f797be47-1225-40a4-92d0-2d4f9e4be222" providerId="AD" clId="Web-{4490A30C-B2E9-15DE-FFAC-91D42512AE79}" dt="2025-11-22T15:42:47.802" v="1266" actId="20577"/>
        <pc:sldMkLst>
          <pc:docMk/>
          <pc:sldMk cId="3551479657" sldId="333"/>
        </pc:sldMkLst>
        <pc:spChg chg="mod">
          <ac:chgData name="Laura Niesse" userId="S::laura.niesse@student.uva.nl::f797be47-1225-40a4-92d0-2d4f9e4be222" providerId="AD" clId="Web-{4490A30C-B2E9-15DE-FFAC-91D42512AE79}" dt="2025-11-22T15:42:47.802" v="1266" actId="20577"/>
          <ac:spMkLst>
            <pc:docMk/>
            <pc:sldMk cId="3551479657" sldId="333"/>
            <ac:spMk id="3" creationId="{39229B65-C841-D4D4-0F71-D1AC1ECB17A1}"/>
          </ac:spMkLst>
        </pc:spChg>
      </pc:sldChg>
      <pc:sldChg chg="modSp new ord">
        <pc:chgData name="Laura Niesse" userId="S::laura.niesse@student.uva.nl::f797be47-1225-40a4-92d0-2d4f9e4be222" providerId="AD" clId="Web-{4490A30C-B2E9-15DE-FFAC-91D42512AE79}" dt="2025-11-23T11:00:17.982" v="3434" actId="20577"/>
        <pc:sldMkLst>
          <pc:docMk/>
          <pc:sldMk cId="1439564122" sldId="334"/>
        </pc:sldMkLst>
        <pc:spChg chg="mod">
          <ac:chgData name="Laura Niesse" userId="S::laura.niesse@student.uva.nl::f797be47-1225-40a4-92d0-2d4f9e4be222" providerId="AD" clId="Web-{4490A30C-B2E9-15DE-FFAC-91D42512AE79}" dt="2025-11-22T15:43:04.458" v="1274" actId="20577"/>
          <ac:spMkLst>
            <pc:docMk/>
            <pc:sldMk cId="1439564122" sldId="334"/>
            <ac:spMk id="2" creationId="{8A6BC176-C65E-AC89-C44A-E851F521D34C}"/>
          </ac:spMkLst>
        </pc:spChg>
        <pc:spChg chg="mod">
          <ac:chgData name="Laura Niesse" userId="S::laura.niesse@student.uva.nl::f797be47-1225-40a4-92d0-2d4f9e4be222" providerId="AD" clId="Web-{4490A30C-B2E9-15DE-FFAC-91D42512AE79}" dt="2025-11-23T11:00:17.982" v="3434" actId="20577"/>
          <ac:spMkLst>
            <pc:docMk/>
            <pc:sldMk cId="1439564122" sldId="334"/>
            <ac:spMk id="3" creationId="{0DE90B59-29B6-F367-F81F-40C9F18AB57B}"/>
          </ac:spMkLst>
        </pc:spChg>
      </pc:sldChg>
      <pc:sldChg chg="addSp delSp modSp new">
        <pc:chgData name="Laura Niesse" userId="S::laura.niesse@student.uva.nl::f797be47-1225-40a4-92d0-2d4f9e4be222" providerId="AD" clId="Web-{4490A30C-B2E9-15DE-FFAC-91D42512AE79}" dt="2025-11-22T16:31:37.895" v="2395" actId="20577"/>
        <pc:sldMkLst>
          <pc:docMk/>
          <pc:sldMk cId="2609612816" sldId="335"/>
        </pc:sldMkLst>
        <pc:spChg chg="mod">
          <ac:chgData name="Laura Niesse" userId="S::laura.niesse@student.uva.nl::f797be47-1225-40a4-92d0-2d4f9e4be222" providerId="AD" clId="Web-{4490A30C-B2E9-15DE-FFAC-91D42512AE79}" dt="2025-11-22T16:14:37.597" v="1327" actId="1076"/>
          <ac:spMkLst>
            <pc:docMk/>
            <pc:sldMk cId="2609612816" sldId="335"/>
            <ac:spMk id="2" creationId="{618683A7-EFD9-4CC1-E237-5FD06E82C471}"/>
          </ac:spMkLst>
        </pc:spChg>
        <pc:spChg chg="add del">
          <ac:chgData name="Laura Niesse" userId="S::laura.niesse@student.uva.nl::f797be47-1225-40a4-92d0-2d4f9e4be222" providerId="AD" clId="Web-{4490A30C-B2E9-15DE-FFAC-91D42512AE79}" dt="2025-11-22T16:12:21.515" v="1286"/>
          <ac:spMkLst>
            <pc:docMk/>
            <pc:sldMk cId="2609612816" sldId="335"/>
            <ac:spMk id="3" creationId="{3E0998A0-DBBB-E49B-15E7-478339E1C86B}"/>
          </ac:spMkLst>
        </pc:spChg>
        <pc:spChg chg="add del mod">
          <ac:chgData name="Laura Niesse" userId="S::laura.niesse@student.uva.nl::f797be47-1225-40a4-92d0-2d4f9e4be222" providerId="AD" clId="Web-{4490A30C-B2E9-15DE-FFAC-91D42512AE79}" dt="2025-11-22T16:12:10.343" v="1284"/>
          <ac:spMkLst>
            <pc:docMk/>
            <pc:sldMk cId="2609612816" sldId="335"/>
            <ac:spMk id="6" creationId="{45BB8C3C-D4C1-AD6B-A670-6808BDFA9944}"/>
          </ac:spMkLst>
        </pc:spChg>
        <pc:spChg chg="add del mod">
          <ac:chgData name="Laura Niesse" userId="S::laura.niesse@student.uva.nl::f797be47-1225-40a4-92d0-2d4f9e4be222" providerId="AD" clId="Web-{4490A30C-B2E9-15DE-FFAC-91D42512AE79}" dt="2025-11-22T16:13:10.267" v="1320"/>
          <ac:spMkLst>
            <pc:docMk/>
            <pc:sldMk cId="2609612816" sldId="335"/>
            <ac:spMk id="9" creationId="{3F08D38E-A444-A7FE-CBE2-07FF5537A890}"/>
          </ac:spMkLst>
        </pc:spChg>
        <pc:spChg chg="add mod">
          <ac:chgData name="Laura Niesse" userId="S::laura.niesse@student.uva.nl::f797be47-1225-40a4-92d0-2d4f9e4be222" providerId="AD" clId="Web-{4490A30C-B2E9-15DE-FFAC-91D42512AE79}" dt="2025-11-22T16:31:37.895" v="2395" actId="20577"/>
          <ac:spMkLst>
            <pc:docMk/>
            <pc:sldMk cId="2609612816" sldId="335"/>
            <ac:spMk id="10" creationId="{78E64689-34B5-0DAA-4D39-5AC0C0F1A13F}"/>
          </ac:spMkLst>
        </pc:spChg>
        <pc:graphicFrameChg chg="add del mod ord modGraphic">
          <ac:chgData name="Laura Niesse" userId="S::laura.niesse@student.uva.nl::f797be47-1225-40a4-92d0-2d4f9e4be222" providerId="AD" clId="Web-{4490A30C-B2E9-15DE-FFAC-91D42512AE79}" dt="2025-11-22T16:12:10.343" v="1285"/>
          <ac:graphicFrameMkLst>
            <pc:docMk/>
            <pc:sldMk cId="2609612816" sldId="335"/>
            <ac:graphicFrameMk id="5" creationId="{23280AB9-22F2-13FB-6B63-821044B038C4}"/>
          </ac:graphicFrameMkLst>
        </pc:graphicFrameChg>
        <pc:graphicFrameChg chg="add mod ord modGraphic">
          <ac:chgData name="Laura Niesse" userId="S::laura.niesse@student.uva.nl::f797be47-1225-40a4-92d0-2d4f9e4be222" providerId="AD" clId="Web-{4490A30C-B2E9-15DE-FFAC-91D42512AE79}" dt="2025-11-22T16:31:19.051" v="2389" actId="1076"/>
          <ac:graphicFrameMkLst>
            <pc:docMk/>
            <pc:sldMk cId="2609612816" sldId="335"/>
            <ac:graphicFrameMk id="8" creationId="{B2A45A17-2EBB-16F9-3CD1-57A60396CF28}"/>
          </ac:graphicFrameMkLst>
        </pc:graphicFrameChg>
      </pc:sldChg>
      <pc:sldChg chg="addSp delSp modSp new">
        <pc:chgData name="Laura Niesse" userId="S::laura.niesse@student.uva.nl::f797be47-1225-40a4-92d0-2d4f9e4be222" providerId="AD" clId="Web-{4490A30C-B2E9-15DE-FFAC-91D42512AE79}" dt="2025-11-23T10:45:05.396" v="3368" actId="20577"/>
        <pc:sldMkLst>
          <pc:docMk/>
          <pc:sldMk cId="1291046151" sldId="336"/>
        </pc:sldMkLst>
        <pc:spChg chg="mod">
          <ac:chgData name="Laura Niesse" userId="S::laura.niesse@student.uva.nl::f797be47-1225-40a4-92d0-2d4f9e4be222" providerId="AD" clId="Web-{4490A30C-B2E9-15DE-FFAC-91D42512AE79}" dt="2025-11-23T10:24:44.595" v="3264" actId="1076"/>
          <ac:spMkLst>
            <pc:docMk/>
            <pc:sldMk cId="1291046151" sldId="336"/>
            <ac:spMk id="2" creationId="{83F76408-DCCF-70E7-9CDF-7A721FF2F413}"/>
          </ac:spMkLst>
        </pc:spChg>
        <pc:spChg chg="mod">
          <ac:chgData name="Laura Niesse" userId="S::laura.niesse@student.uva.nl::f797be47-1225-40a4-92d0-2d4f9e4be222" providerId="AD" clId="Web-{4490A30C-B2E9-15DE-FFAC-91D42512AE79}" dt="2025-11-23T10:45:05.396" v="3368" actId="20577"/>
          <ac:spMkLst>
            <pc:docMk/>
            <pc:sldMk cId="1291046151" sldId="336"/>
            <ac:spMk id="3" creationId="{AF9B6A01-13DB-7F44-7530-F1E34A3EEAB3}"/>
          </ac:spMkLst>
        </pc:spChg>
        <pc:picChg chg="add mod">
          <ac:chgData name="Laura Niesse" userId="S::laura.niesse@student.uva.nl::f797be47-1225-40a4-92d0-2d4f9e4be222" providerId="AD" clId="Web-{4490A30C-B2E9-15DE-FFAC-91D42512AE79}" dt="2025-11-23T10:25:04.846" v="3267" actId="1076"/>
          <ac:picMkLst>
            <pc:docMk/>
            <pc:sldMk cId="1291046151" sldId="336"/>
            <ac:picMk id="4" creationId="{EC039980-BF19-990C-1915-C081F69BE1B5}"/>
          </ac:picMkLst>
        </pc:picChg>
        <pc:picChg chg="add del mod">
          <ac:chgData name="Laura Niesse" userId="S::laura.niesse@student.uva.nl::f797be47-1225-40a4-92d0-2d4f9e4be222" providerId="AD" clId="Web-{4490A30C-B2E9-15DE-FFAC-91D42512AE79}" dt="2025-11-23T09:59:12.072" v="3144"/>
          <ac:picMkLst>
            <pc:docMk/>
            <pc:sldMk cId="1291046151" sldId="336"/>
            <ac:picMk id="5" creationId="{A1DB24F9-E8BC-10BD-4872-CFCF8E35CBFD}"/>
          </ac:picMkLst>
        </pc:picChg>
        <pc:picChg chg="add mod">
          <ac:chgData name="Laura Niesse" userId="S::laura.niesse@student.uva.nl::f797be47-1225-40a4-92d0-2d4f9e4be222" providerId="AD" clId="Web-{4490A30C-B2E9-15DE-FFAC-91D42512AE79}" dt="2025-11-23T10:25:04.877" v="3268" actId="1076"/>
          <ac:picMkLst>
            <pc:docMk/>
            <pc:sldMk cId="1291046151" sldId="336"/>
            <ac:picMk id="6" creationId="{5F273D94-5D0C-6310-B741-C64EF60598F0}"/>
          </ac:picMkLst>
        </pc:picChg>
        <pc:picChg chg="add mod">
          <ac:chgData name="Laura Niesse" userId="S::laura.niesse@student.uva.nl::f797be47-1225-40a4-92d0-2d4f9e4be222" providerId="AD" clId="Web-{4490A30C-B2E9-15DE-FFAC-91D42512AE79}" dt="2025-11-23T10:25:04.924" v="3269" actId="1076"/>
          <ac:picMkLst>
            <pc:docMk/>
            <pc:sldMk cId="1291046151" sldId="336"/>
            <ac:picMk id="7" creationId="{C8D31133-1066-CFF9-EAEC-68E4280DA5AC}"/>
          </ac:picMkLst>
        </pc:picChg>
        <pc:picChg chg="add mod">
          <ac:chgData name="Laura Niesse" userId="S::laura.niesse@student.uva.nl::f797be47-1225-40a4-92d0-2d4f9e4be222" providerId="AD" clId="Web-{4490A30C-B2E9-15DE-FFAC-91D42512AE79}" dt="2025-11-23T10:25:25.113" v="3270" actId="1076"/>
          <ac:picMkLst>
            <pc:docMk/>
            <pc:sldMk cId="1291046151" sldId="336"/>
            <ac:picMk id="8" creationId="{DC53001A-CD5C-4A22-06F4-F0B79C28AE39}"/>
          </ac:picMkLst>
        </pc:picChg>
        <pc:picChg chg="add mod">
          <ac:chgData name="Laura Niesse" userId="S::laura.niesse@student.uva.nl::f797be47-1225-40a4-92d0-2d4f9e4be222" providerId="AD" clId="Web-{4490A30C-B2E9-15DE-FFAC-91D42512AE79}" dt="2025-11-23T10:25:25.191" v="3272" actId="14100"/>
          <ac:picMkLst>
            <pc:docMk/>
            <pc:sldMk cId="1291046151" sldId="336"/>
            <ac:picMk id="9" creationId="{FF758931-4BD8-66AD-9475-C191EBCB890A}"/>
          </ac:picMkLst>
        </pc:picChg>
        <pc:picChg chg="add mod">
          <ac:chgData name="Laura Niesse" userId="S::laura.niesse@student.uva.nl::f797be47-1225-40a4-92d0-2d4f9e4be222" providerId="AD" clId="Web-{4490A30C-B2E9-15DE-FFAC-91D42512AE79}" dt="2025-11-23T10:25:25.238" v="3273" actId="1076"/>
          <ac:picMkLst>
            <pc:docMk/>
            <pc:sldMk cId="1291046151" sldId="336"/>
            <ac:picMk id="10" creationId="{F774C501-B78B-3564-B9CC-85D0E8B12CAD}"/>
          </ac:picMkLst>
        </pc:picChg>
        <pc:picChg chg="add mod">
          <ac:chgData name="Laura Niesse" userId="S::laura.niesse@student.uva.nl::f797be47-1225-40a4-92d0-2d4f9e4be222" providerId="AD" clId="Web-{4490A30C-B2E9-15DE-FFAC-91D42512AE79}" dt="2025-11-23T10:44:24.754" v="3347" actId="1076"/>
          <ac:picMkLst>
            <pc:docMk/>
            <pc:sldMk cId="1291046151" sldId="336"/>
            <ac:picMk id="11" creationId="{8773F65B-877D-5297-4D41-949547B0C583}"/>
          </ac:picMkLst>
        </pc:picChg>
        <pc:picChg chg="add mod">
          <ac:chgData name="Laura Niesse" userId="S::laura.niesse@student.uva.nl::f797be47-1225-40a4-92d0-2d4f9e4be222" providerId="AD" clId="Web-{4490A30C-B2E9-15DE-FFAC-91D42512AE79}" dt="2025-11-23T10:44:24.723" v="3346" actId="1076"/>
          <ac:picMkLst>
            <pc:docMk/>
            <pc:sldMk cId="1291046151" sldId="336"/>
            <ac:picMk id="12" creationId="{5D3BA5C5-0DE9-B6B5-02DA-16E595F3CADB}"/>
          </ac:picMkLst>
        </pc:picChg>
        <pc:picChg chg="add mod">
          <ac:chgData name="Laura Niesse" userId="S::laura.niesse@student.uva.nl::f797be47-1225-40a4-92d0-2d4f9e4be222" providerId="AD" clId="Web-{4490A30C-B2E9-15DE-FFAC-91D42512AE79}" dt="2025-11-23T10:44:04.457" v="3345" actId="1076"/>
          <ac:picMkLst>
            <pc:docMk/>
            <pc:sldMk cId="1291046151" sldId="336"/>
            <ac:picMk id="13" creationId="{5ED81D67-7980-2B91-A457-8AC3925DA697}"/>
          </ac:picMkLst>
        </pc:picChg>
        <pc:picChg chg="add del mod">
          <ac:chgData name="Laura Niesse" userId="S::laura.niesse@student.uva.nl::f797be47-1225-40a4-92d0-2d4f9e4be222" providerId="AD" clId="Web-{4490A30C-B2E9-15DE-FFAC-91D42512AE79}" dt="2025-11-23T10:43:53.581" v="3338"/>
          <ac:picMkLst>
            <pc:docMk/>
            <pc:sldMk cId="1291046151" sldId="336"/>
            <ac:picMk id="14" creationId="{11D4091C-ACFE-2C0C-5F0D-BFFB134D1F6D}"/>
          </ac:picMkLst>
        </pc:picChg>
        <pc:picChg chg="add mod">
          <ac:chgData name="Laura Niesse" userId="S::laura.niesse@student.uva.nl::f797be47-1225-40a4-92d0-2d4f9e4be222" providerId="AD" clId="Web-{4490A30C-B2E9-15DE-FFAC-91D42512AE79}" dt="2025-11-23T10:44:03.973" v="3344" actId="1076"/>
          <ac:picMkLst>
            <pc:docMk/>
            <pc:sldMk cId="1291046151" sldId="336"/>
            <ac:picMk id="15" creationId="{6502EDEE-3C4C-B8F3-EB76-91A44ADAB230}"/>
          </ac:picMkLst>
        </pc:picChg>
      </pc:sldChg>
      <pc:sldChg chg="addSp modSp new">
        <pc:chgData name="Laura Niesse" userId="S::laura.niesse@student.uva.nl::f797be47-1225-40a4-92d0-2d4f9e4be222" providerId="AD" clId="Web-{4490A30C-B2E9-15DE-FFAC-91D42512AE79}" dt="2025-11-22T18:47:03.143" v="3048" actId="20577"/>
        <pc:sldMkLst>
          <pc:docMk/>
          <pc:sldMk cId="2337359261" sldId="337"/>
        </pc:sldMkLst>
        <pc:spChg chg="mod">
          <ac:chgData name="Laura Niesse" userId="S::laura.niesse@student.uva.nl::f797be47-1225-40a4-92d0-2d4f9e4be222" providerId="AD" clId="Web-{4490A30C-B2E9-15DE-FFAC-91D42512AE79}" dt="2025-11-22T16:50:10.556" v="2426" actId="20577"/>
          <ac:spMkLst>
            <pc:docMk/>
            <pc:sldMk cId="2337359261" sldId="337"/>
            <ac:spMk id="2" creationId="{345432DC-25BC-3D97-93B7-BFF8789E1B3D}"/>
          </ac:spMkLst>
        </pc:spChg>
        <pc:spChg chg="mod">
          <ac:chgData name="Laura Niesse" userId="S::laura.niesse@student.uva.nl::f797be47-1225-40a4-92d0-2d4f9e4be222" providerId="AD" clId="Web-{4490A30C-B2E9-15DE-FFAC-91D42512AE79}" dt="2025-11-22T18:47:03.143" v="3048" actId="20577"/>
          <ac:spMkLst>
            <pc:docMk/>
            <pc:sldMk cId="2337359261" sldId="337"/>
            <ac:spMk id="3" creationId="{680061FF-AD5D-B8E3-341C-4CB4AC4B355C}"/>
          </ac:spMkLst>
        </pc:spChg>
        <pc:picChg chg="add mod">
          <ac:chgData name="Laura Niesse" userId="S::laura.niesse@student.uva.nl::f797be47-1225-40a4-92d0-2d4f9e4be222" providerId="AD" clId="Web-{4490A30C-B2E9-15DE-FFAC-91D42512AE79}" dt="2025-11-22T18:45:03.297" v="3012" actId="1076"/>
          <ac:picMkLst>
            <pc:docMk/>
            <pc:sldMk cId="2337359261" sldId="337"/>
            <ac:picMk id="4" creationId="{BF2D43E5-8575-EE95-8DE8-FBD60A6A101D}"/>
          </ac:picMkLst>
        </pc:picChg>
        <pc:picChg chg="add mod">
          <ac:chgData name="Laura Niesse" userId="S::laura.niesse@student.uva.nl::f797be47-1225-40a4-92d0-2d4f9e4be222" providerId="AD" clId="Web-{4490A30C-B2E9-15DE-FFAC-91D42512AE79}" dt="2025-11-22T18:45:08.922" v="3013" actId="1076"/>
          <ac:picMkLst>
            <pc:docMk/>
            <pc:sldMk cId="2337359261" sldId="337"/>
            <ac:picMk id="5" creationId="{49DE462C-0E97-F805-0368-CEA0866C1641}"/>
          </ac:picMkLst>
        </pc:picChg>
      </pc:sldChg>
      <pc:sldChg chg="addSp delSp modSp new">
        <pc:chgData name="Laura Niesse" userId="S::laura.niesse@student.uva.nl::f797be47-1225-40a4-92d0-2d4f9e4be222" providerId="AD" clId="Web-{4490A30C-B2E9-15DE-FFAC-91D42512AE79}" dt="2025-11-23T12:16:09.727" v="3529" actId="20577"/>
        <pc:sldMkLst>
          <pc:docMk/>
          <pc:sldMk cId="1904032589" sldId="338"/>
        </pc:sldMkLst>
        <pc:spChg chg="mod">
          <ac:chgData name="Laura Niesse" userId="S::laura.niesse@student.uva.nl::f797be47-1225-40a4-92d0-2d4f9e4be222" providerId="AD" clId="Web-{4490A30C-B2E9-15DE-FFAC-91D42512AE79}" dt="2025-11-23T12:02:04.249" v="3440" actId="20577"/>
          <ac:spMkLst>
            <pc:docMk/>
            <pc:sldMk cId="1904032589" sldId="338"/>
            <ac:spMk id="2" creationId="{972D8A7B-DEC7-B720-EA5C-D057445DCC50}"/>
          </ac:spMkLst>
        </pc:spChg>
        <pc:spChg chg="del">
          <ac:chgData name="Laura Niesse" userId="S::laura.niesse@student.uva.nl::f797be47-1225-40a4-92d0-2d4f9e4be222" providerId="AD" clId="Web-{4490A30C-B2E9-15DE-FFAC-91D42512AE79}" dt="2025-11-23T12:00:21.324" v="3436"/>
          <ac:spMkLst>
            <pc:docMk/>
            <pc:sldMk cId="1904032589" sldId="338"/>
            <ac:spMk id="3" creationId="{783834D8-7D27-5D99-E8E3-5213C972CA0C}"/>
          </ac:spMkLst>
        </pc:spChg>
        <pc:spChg chg="add">
          <ac:chgData name="Laura Niesse" userId="S::laura.niesse@student.uva.nl::f797be47-1225-40a4-92d0-2d4f9e4be222" providerId="AD" clId="Web-{4490A30C-B2E9-15DE-FFAC-91D42512AE79}" dt="2025-11-23T12:02:24.999" v="3443"/>
          <ac:spMkLst>
            <pc:docMk/>
            <pc:sldMk cId="1904032589" sldId="338"/>
            <ac:spMk id="5" creationId="{A6865EEC-33A2-710E-F2BE-B8DB4924AA58}"/>
          </ac:spMkLst>
        </pc:spChg>
        <pc:spChg chg="add del">
          <ac:chgData name="Laura Niesse" userId="S::laura.niesse@student.uva.nl::f797be47-1225-40a4-92d0-2d4f9e4be222" providerId="AD" clId="Web-{4490A30C-B2E9-15DE-FFAC-91D42512AE79}" dt="2025-11-23T12:02:26.390" v="3445"/>
          <ac:spMkLst>
            <pc:docMk/>
            <pc:sldMk cId="1904032589" sldId="338"/>
            <ac:spMk id="6" creationId="{EFA4BA80-C773-831D-3675-E514CCDD349A}"/>
          </ac:spMkLst>
        </pc:spChg>
        <pc:spChg chg="add del">
          <ac:chgData name="Laura Niesse" userId="S::laura.niesse@student.uva.nl::f797be47-1225-40a4-92d0-2d4f9e4be222" providerId="AD" clId="Web-{4490A30C-B2E9-15DE-FFAC-91D42512AE79}" dt="2025-11-23T12:02:46.390" v="3447"/>
          <ac:spMkLst>
            <pc:docMk/>
            <pc:sldMk cId="1904032589" sldId="338"/>
            <ac:spMk id="7" creationId="{2166F0B5-BEC7-BF14-465E-426571EE0391}"/>
          </ac:spMkLst>
        </pc:spChg>
        <pc:spChg chg="add mod">
          <ac:chgData name="Laura Niesse" userId="S::laura.niesse@student.uva.nl::f797be47-1225-40a4-92d0-2d4f9e4be222" providerId="AD" clId="Web-{4490A30C-B2E9-15DE-FFAC-91D42512AE79}" dt="2025-11-23T12:16:09.727" v="3529" actId="20577"/>
          <ac:spMkLst>
            <pc:docMk/>
            <pc:sldMk cId="1904032589" sldId="338"/>
            <ac:spMk id="8" creationId="{3F00F030-78E2-928F-C008-D39703A5E926}"/>
          </ac:spMkLst>
        </pc:spChg>
        <pc:picChg chg="add mod ord">
          <ac:chgData name="Laura Niesse" userId="S::laura.niesse@student.uva.nl::f797be47-1225-40a4-92d0-2d4f9e4be222" providerId="AD" clId="Web-{4490A30C-B2E9-15DE-FFAC-91D42512AE79}" dt="2025-11-23T12:02:24.921" v="3441" actId="1076"/>
          <ac:picMkLst>
            <pc:docMk/>
            <pc:sldMk cId="1904032589" sldId="338"/>
            <ac:picMk id="4" creationId="{869719CF-AF14-F918-EA56-25591B6A9EFB}"/>
          </ac:picMkLst>
        </pc:picChg>
      </pc:sldChg>
      <pc:sldChg chg="addSp delSp modSp new">
        <pc:chgData name="Laura Niesse" userId="S::laura.niesse@student.uva.nl::f797be47-1225-40a4-92d0-2d4f9e4be222" providerId="AD" clId="Web-{4490A30C-B2E9-15DE-FFAC-91D42512AE79}" dt="2025-11-23T13:03:05.773" v="3686" actId="20577"/>
        <pc:sldMkLst>
          <pc:docMk/>
          <pc:sldMk cId="3527993145" sldId="339"/>
        </pc:sldMkLst>
        <pc:spChg chg="mod">
          <ac:chgData name="Laura Niesse" userId="S::laura.niesse@student.uva.nl::f797be47-1225-40a4-92d0-2d4f9e4be222" providerId="AD" clId="Web-{4490A30C-B2E9-15DE-FFAC-91D42512AE79}" dt="2025-11-23T12:16:51.525" v="3536" actId="20577"/>
          <ac:spMkLst>
            <pc:docMk/>
            <pc:sldMk cId="3527993145" sldId="339"/>
            <ac:spMk id="2" creationId="{5D1D1B5F-7155-735D-5360-8AA39762C6E1}"/>
          </ac:spMkLst>
        </pc:spChg>
        <pc:spChg chg="del">
          <ac:chgData name="Laura Niesse" userId="S::laura.niesse@student.uva.nl::f797be47-1225-40a4-92d0-2d4f9e4be222" providerId="AD" clId="Web-{4490A30C-B2E9-15DE-FFAC-91D42512AE79}" dt="2025-11-23T12:27:12.317" v="3543"/>
          <ac:spMkLst>
            <pc:docMk/>
            <pc:sldMk cId="3527993145" sldId="339"/>
            <ac:spMk id="3" creationId="{0C3A30EE-42F1-0929-E9C9-FF9D5B0E6273}"/>
          </ac:spMkLst>
        </pc:spChg>
        <pc:spChg chg="add">
          <ac:chgData name="Laura Niesse" userId="S::laura.niesse@student.uva.nl::f797be47-1225-40a4-92d0-2d4f9e4be222" providerId="AD" clId="Web-{4490A30C-B2E9-15DE-FFAC-91D42512AE79}" dt="2025-11-23T12:35:47.028" v="3549"/>
          <ac:spMkLst>
            <pc:docMk/>
            <pc:sldMk cId="3527993145" sldId="339"/>
            <ac:spMk id="5" creationId="{019FC4F4-6C9F-6313-0240-C1DBAA53ACEF}"/>
          </ac:spMkLst>
        </pc:spChg>
        <pc:spChg chg="add">
          <ac:chgData name="Laura Niesse" userId="S::laura.niesse@student.uva.nl::f797be47-1225-40a4-92d0-2d4f9e4be222" providerId="AD" clId="Web-{4490A30C-B2E9-15DE-FFAC-91D42512AE79}" dt="2025-11-23T12:35:47.059" v="3550"/>
          <ac:spMkLst>
            <pc:docMk/>
            <pc:sldMk cId="3527993145" sldId="339"/>
            <ac:spMk id="6" creationId="{A31DFA6D-6156-1FAD-9878-12DAE2F0BFAE}"/>
          </ac:spMkLst>
        </pc:spChg>
        <pc:spChg chg="add mod">
          <ac:chgData name="Laura Niesse" userId="S::laura.niesse@student.uva.nl::f797be47-1225-40a4-92d0-2d4f9e4be222" providerId="AD" clId="Web-{4490A30C-B2E9-15DE-FFAC-91D42512AE79}" dt="2025-11-23T13:03:05.773" v="3686" actId="20577"/>
          <ac:spMkLst>
            <pc:docMk/>
            <pc:sldMk cId="3527993145" sldId="339"/>
            <ac:spMk id="7" creationId="{F3C0CD0E-E4B3-866E-FF93-583B61E51F24}"/>
          </ac:spMkLst>
        </pc:spChg>
        <pc:picChg chg="add mod ord">
          <ac:chgData name="Laura Niesse" userId="S::laura.niesse@student.uva.nl::f797be47-1225-40a4-92d0-2d4f9e4be222" providerId="AD" clId="Web-{4490A30C-B2E9-15DE-FFAC-91D42512AE79}" dt="2025-11-23T12:35:46.887" v="3548" actId="1076"/>
          <ac:picMkLst>
            <pc:docMk/>
            <pc:sldMk cId="3527993145" sldId="339"/>
            <ac:picMk id="4" creationId="{E117BF7C-BA0A-6DD0-CA79-43B9D33BFAED}"/>
          </ac:picMkLst>
        </pc:picChg>
      </pc:sldChg>
      <pc:sldChg chg="addSp delSp modSp new">
        <pc:chgData name="Laura Niesse" userId="S::laura.niesse@student.uva.nl::f797be47-1225-40a4-92d0-2d4f9e4be222" providerId="AD" clId="Web-{4490A30C-B2E9-15DE-FFAC-91D42512AE79}" dt="2025-11-23T13:04:47.405" v="3693" actId="20577"/>
        <pc:sldMkLst>
          <pc:docMk/>
          <pc:sldMk cId="1424354051" sldId="340"/>
        </pc:sldMkLst>
        <pc:spChg chg="mod">
          <ac:chgData name="Laura Niesse" userId="S::laura.niesse@student.uva.nl::f797be47-1225-40a4-92d0-2d4f9e4be222" providerId="AD" clId="Web-{4490A30C-B2E9-15DE-FFAC-91D42512AE79}" dt="2025-11-23T12:16:52.588" v="3542" actId="20577"/>
          <ac:spMkLst>
            <pc:docMk/>
            <pc:sldMk cId="1424354051" sldId="340"/>
            <ac:spMk id="2" creationId="{418CDD06-E26A-8837-A395-AE22F15FB5E8}"/>
          </ac:spMkLst>
        </pc:spChg>
        <pc:spChg chg="del">
          <ac:chgData name="Laura Niesse" userId="S::laura.niesse@student.uva.nl::f797be47-1225-40a4-92d0-2d4f9e4be222" providerId="AD" clId="Web-{4490A30C-B2E9-15DE-FFAC-91D42512AE79}" dt="2025-11-23T12:31:55.379" v="3544"/>
          <ac:spMkLst>
            <pc:docMk/>
            <pc:sldMk cId="1424354051" sldId="340"/>
            <ac:spMk id="3" creationId="{326F9532-BBD0-7415-25D3-8B1660787654}"/>
          </ac:spMkLst>
        </pc:spChg>
        <pc:spChg chg="add del">
          <ac:chgData name="Laura Niesse" userId="S::laura.niesse@student.uva.nl::f797be47-1225-40a4-92d0-2d4f9e4be222" providerId="AD" clId="Web-{4490A30C-B2E9-15DE-FFAC-91D42512AE79}" dt="2025-11-23T12:52:24.839" v="3622"/>
          <ac:spMkLst>
            <pc:docMk/>
            <pc:sldMk cId="1424354051" sldId="340"/>
            <ac:spMk id="5" creationId="{1F140C85-F6DA-567B-C74F-C2AE9AF031AF}"/>
          </ac:spMkLst>
        </pc:spChg>
        <pc:spChg chg="add">
          <ac:chgData name="Laura Niesse" userId="S::laura.niesse@student.uva.nl::f797be47-1225-40a4-92d0-2d4f9e4be222" providerId="AD" clId="Web-{4490A30C-B2E9-15DE-FFAC-91D42512AE79}" dt="2025-11-23T12:53:47.403" v="3623"/>
          <ac:spMkLst>
            <pc:docMk/>
            <pc:sldMk cId="1424354051" sldId="340"/>
            <ac:spMk id="6" creationId="{56D7BD13-53D8-A617-248C-4CD5C606F9C5}"/>
          </ac:spMkLst>
        </pc:spChg>
        <pc:spChg chg="add mod">
          <ac:chgData name="Laura Niesse" userId="S::laura.niesse@student.uva.nl::f797be47-1225-40a4-92d0-2d4f9e4be222" providerId="AD" clId="Web-{4490A30C-B2E9-15DE-FFAC-91D42512AE79}" dt="2025-11-23T13:04:47.405" v="3693" actId="20577"/>
          <ac:spMkLst>
            <pc:docMk/>
            <pc:sldMk cId="1424354051" sldId="340"/>
            <ac:spMk id="7" creationId="{C557561F-A005-A5AD-99D8-5137763FBB70}"/>
          </ac:spMkLst>
        </pc:spChg>
        <pc:picChg chg="add mod ord">
          <ac:chgData name="Laura Niesse" userId="S::laura.niesse@student.uva.nl::f797be47-1225-40a4-92d0-2d4f9e4be222" providerId="AD" clId="Web-{4490A30C-B2E9-15DE-FFAC-91D42512AE79}" dt="2025-11-23T12:32:16.927" v="3547" actId="1076"/>
          <ac:picMkLst>
            <pc:docMk/>
            <pc:sldMk cId="1424354051" sldId="340"/>
            <ac:picMk id="4" creationId="{207A55D2-FE83-8052-F65F-925FDCA4C0FE}"/>
          </ac:picMkLst>
        </pc:picChg>
      </pc:sldChg>
    </pc:docChg>
  </pc:docChgLst>
  <pc:docChgLst>
    <pc:chgData name="Laura Niesse" userId="S::laura.niesse@student.uva.nl::f797be47-1225-40a4-92d0-2d4f9e4be222" providerId="AD" clId="Web-{C10DFCF3-A22B-221F-9173-E98C16F74847}"/>
    <pc:docChg chg="modSld">
      <pc:chgData name="Laura Niesse" userId="S::laura.niesse@student.uva.nl::f797be47-1225-40a4-92d0-2d4f9e4be222" providerId="AD" clId="Web-{C10DFCF3-A22B-221F-9173-E98C16F74847}" dt="2025-11-14T09:08:25.016" v="8" actId="1076"/>
      <pc:docMkLst>
        <pc:docMk/>
      </pc:docMkLst>
    </pc:docChg>
  </pc:docChgLst>
  <pc:docChgLst>
    <pc:chgData name="Laura Niesse" userId="S::laura.niesse@student.uva.nl::f797be47-1225-40a4-92d0-2d4f9e4be222" providerId="AD" clId="Web-{9A8EE787-EBD8-81AB-1311-41B5CCDB46D6}"/>
    <pc:docChg chg="addSld delSld modSld sldOrd">
      <pc:chgData name="Laura Niesse" userId="S::laura.niesse@student.uva.nl::f797be47-1225-40a4-92d0-2d4f9e4be222" providerId="AD" clId="Web-{9A8EE787-EBD8-81AB-1311-41B5CCDB46D6}" dt="2025-11-12T11:39:38.362" v="665"/>
      <pc:docMkLst>
        <pc:docMk/>
      </pc:docMkLst>
    </pc:docChg>
  </pc:docChgLst>
  <pc:docChgLst>
    <pc:chgData name="Tyenca de Graf" userId="S::tyenca.de.graf@student.uva.nl::f1cee14c-25a4-487c-9270-6c7626aef750" providerId="AD" clId="Web-{793E9E3E-4B4E-BA26-A6BF-9A0B00F38C38}"/>
    <pc:docChg chg="addSld delSld modSld">
      <pc:chgData name="Tyenca de Graf" userId="S::tyenca.de.graf@student.uva.nl::f1cee14c-25a4-487c-9270-6c7626aef750" providerId="AD" clId="Web-{793E9E3E-4B4E-BA26-A6BF-9A0B00F38C38}" dt="2025-11-23T17:11:42.208" v="473" actId="20577"/>
      <pc:docMkLst>
        <pc:docMk/>
      </pc:docMkLst>
      <pc:sldChg chg="add del">
        <pc:chgData name="Tyenca de Graf" userId="S::tyenca.de.graf@student.uva.nl::f1cee14c-25a4-487c-9270-6c7626aef750" providerId="AD" clId="Web-{793E9E3E-4B4E-BA26-A6BF-9A0B00F38C38}" dt="2025-11-23T16:35:33.898" v="36"/>
        <pc:sldMkLst>
          <pc:docMk/>
          <pc:sldMk cId="3937169999" sldId="317"/>
        </pc:sldMkLst>
      </pc:sldChg>
      <pc:sldChg chg="addSp modSp">
        <pc:chgData name="Tyenca de Graf" userId="S::tyenca.de.graf@student.uva.nl::f1cee14c-25a4-487c-9270-6c7626aef750" providerId="AD" clId="Web-{793E9E3E-4B4E-BA26-A6BF-9A0B00F38C38}" dt="2025-11-23T16:43:12.384" v="135" actId="20577"/>
        <pc:sldMkLst>
          <pc:docMk/>
          <pc:sldMk cId="578859510" sldId="319"/>
        </pc:sldMkLst>
        <pc:spChg chg="mod">
          <ac:chgData name="Tyenca de Graf" userId="S::tyenca.de.graf@student.uva.nl::f1cee14c-25a4-487c-9270-6c7626aef750" providerId="AD" clId="Web-{793E9E3E-4B4E-BA26-A6BF-9A0B00F38C38}" dt="2025-11-23T16:43:12.384" v="135" actId="20577"/>
          <ac:spMkLst>
            <pc:docMk/>
            <pc:sldMk cId="578859510" sldId="319"/>
            <ac:spMk id="3" creationId="{4C2EE6D2-0825-54FF-08B8-AA9585625D45}"/>
          </ac:spMkLst>
        </pc:spChg>
        <pc:spChg chg="add mod">
          <ac:chgData name="Tyenca de Graf" userId="S::tyenca.de.graf@student.uva.nl::f1cee14c-25a4-487c-9270-6c7626aef750" providerId="AD" clId="Web-{793E9E3E-4B4E-BA26-A6BF-9A0B00F38C38}" dt="2025-11-23T16:43:04.368" v="134" actId="1076"/>
          <ac:spMkLst>
            <pc:docMk/>
            <pc:sldMk cId="578859510" sldId="319"/>
            <ac:spMk id="7" creationId="{6BA3FC93-ABC0-ACF8-0084-1419F44BE7DA}"/>
          </ac:spMkLst>
        </pc:spChg>
        <pc:picChg chg="mod">
          <ac:chgData name="Tyenca de Graf" userId="S::tyenca.de.graf@student.uva.nl::f1cee14c-25a4-487c-9270-6c7626aef750" providerId="AD" clId="Web-{793E9E3E-4B4E-BA26-A6BF-9A0B00F38C38}" dt="2025-11-23T16:40:23.031" v="82" actId="1076"/>
          <ac:picMkLst>
            <pc:docMk/>
            <pc:sldMk cId="578859510" sldId="319"/>
            <ac:picMk id="4" creationId="{2941EC3A-23EA-6399-473F-93AF5E63B7E8}"/>
          </ac:picMkLst>
        </pc:picChg>
        <pc:picChg chg="mod">
          <ac:chgData name="Tyenca de Graf" userId="S::tyenca.de.graf@student.uva.nl::f1cee14c-25a4-487c-9270-6c7626aef750" providerId="AD" clId="Web-{793E9E3E-4B4E-BA26-A6BF-9A0B00F38C38}" dt="2025-11-23T16:40:23.078" v="83" actId="1076"/>
          <ac:picMkLst>
            <pc:docMk/>
            <pc:sldMk cId="578859510" sldId="319"/>
            <ac:picMk id="5" creationId="{8B4FA481-8BF4-852A-23D1-CFDA3080F8A1}"/>
          </ac:picMkLst>
        </pc:picChg>
        <pc:picChg chg="mod">
          <ac:chgData name="Tyenca de Graf" userId="S::tyenca.de.graf@student.uva.nl::f1cee14c-25a4-487c-9270-6c7626aef750" providerId="AD" clId="Web-{793E9E3E-4B4E-BA26-A6BF-9A0B00F38C38}" dt="2025-11-23T16:40:23.140" v="84" actId="1076"/>
          <ac:picMkLst>
            <pc:docMk/>
            <pc:sldMk cId="578859510" sldId="319"/>
            <ac:picMk id="6" creationId="{741DB259-0198-182E-0588-4C8B218389EA}"/>
          </ac:picMkLst>
        </pc:picChg>
      </pc:sldChg>
      <pc:sldChg chg="modSp">
        <pc:chgData name="Tyenca de Graf" userId="S::tyenca.de.graf@student.uva.nl::f1cee14c-25a4-487c-9270-6c7626aef750" providerId="AD" clId="Web-{793E9E3E-4B4E-BA26-A6BF-9A0B00F38C38}" dt="2025-11-23T16:43:25.229" v="137" actId="20577"/>
        <pc:sldMkLst>
          <pc:docMk/>
          <pc:sldMk cId="2674629505" sldId="320"/>
        </pc:sldMkLst>
        <pc:spChg chg="mod">
          <ac:chgData name="Tyenca de Graf" userId="S::tyenca.de.graf@student.uva.nl::f1cee14c-25a4-487c-9270-6c7626aef750" providerId="AD" clId="Web-{793E9E3E-4B4E-BA26-A6BF-9A0B00F38C38}" dt="2025-11-23T16:43:25.229" v="137" actId="20577"/>
          <ac:spMkLst>
            <pc:docMk/>
            <pc:sldMk cId="2674629505" sldId="320"/>
            <ac:spMk id="4" creationId="{63FFF982-E3CE-41F1-A2A2-1EE14B1EEF35}"/>
          </ac:spMkLst>
        </pc:spChg>
      </pc:sldChg>
      <pc:sldChg chg="addSp delSp modSp">
        <pc:chgData name="Tyenca de Graf" userId="S::tyenca.de.graf@student.uva.nl::f1cee14c-25a4-487c-9270-6c7626aef750" providerId="AD" clId="Web-{793E9E3E-4B4E-BA26-A6BF-9A0B00F38C38}" dt="2025-11-23T16:39:56.357" v="81" actId="20577"/>
        <pc:sldMkLst>
          <pc:docMk/>
          <pc:sldMk cId="2995961130" sldId="323"/>
        </pc:sldMkLst>
        <pc:spChg chg="add del mod">
          <ac:chgData name="Tyenca de Graf" userId="S::tyenca.de.graf@student.uva.nl::f1cee14c-25a4-487c-9270-6c7626aef750" providerId="AD" clId="Web-{793E9E3E-4B4E-BA26-A6BF-9A0B00F38C38}" dt="2025-11-23T16:35:31.101" v="35"/>
          <ac:spMkLst>
            <pc:docMk/>
            <pc:sldMk cId="2995961130" sldId="323"/>
            <ac:spMk id="4" creationId="{A0C9646B-59FC-7C9B-1818-B276773ED133}"/>
          </ac:spMkLst>
        </pc:spChg>
        <pc:spChg chg="add del mod">
          <ac:chgData name="Tyenca de Graf" userId="S::tyenca.de.graf@student.uva.nl::f1cee14c-25a4-487c-9270-6c7626aef750" providerId="AD" clId="Web-{793E9E3E-4B4E-BA26-A6BF-9A0B00F38C38}" dt="2025-11-23T16:35:28.022" v="30"/>
          <ac:spMkLst>
            <pc:docMk/>
            <pc:sldMk cId="2995961130" sldId="323"/>
            <ac:spMk id="5" creationId="{CC7F3D82-E0DC-C319-8451-9264377491CD}"/>
          </ac:spMkLst>
        </pc:spChg>
        <pc:spChg chg="add mod">
          <ac:chgData name="Tyenca de Graf" userId="S::tyenca.de.graf@student.uva.nl::f1cee14c-25a4-487c-9270-6c7626aef750" providerId="AD" clId="Web-{793E9E3E-4B4E-BA26-A6BF-9A0B00F38C38}" dt="2025-11-23T16:39:51.731" v="79" actId="20577"/>
          <ac:spMkLst>
            <pc:docMk/>
            <pc:sldMk cId="2995961130" sldId="323"/>
            <ac:spMk id="6" creationId="{A0C9646B-59FC-7C9B-1818-B276773ED133}"/>
          </ac:spMkLst>
        </pc:spChg>
        <pc:spChg chg="add mod">
          <ac:chgData name="Tyenca de Graf" userId="S::tyenca.de.graf@student.uva.nl::f1cee14c-25a4-487c-9270-6c7626aef750" providerId="AD" clId="Web-{793E9E3E-4B4E-BA26-A6BF-9A0B00F38C38}" dt="2025-11-23T16:39:56.357" v="81" actId="20577"/>
          <ac:spMkLst>
            <pc:docMk/>
            <pc:sldMk cId="2995961130" sldId="323"/>
            <ac:spMk id="7" creationId="{667191C0-493F-3EB3-EDD6-12160B7E6495}"/>
          </ac:spMkLst>
        </pc:spChg>
      </pc:sldChg>
      <pc:sldChg chg="modSp">
        <pc:chgData name="Tyenca de Graf" userId="S::tyenca.de.graf@student.uva.nl::f1cee14c-25a4-487c-9270-6c7626aef750" providerId="AD" clId="Web-{793E9E3E-4B4E-BA26-A6BF-9A0B00F38C38}" dt="2025-11-23T16:46:15.157" v="191" actId="20577"/>
        <pc:sldMkLst>
          <pc:docMk/>
          <pc:sldMk cId="1817436342" sldId="324"/>
        </pc:sldMkLst>
        <pc:spChg chg="mod">
          <ac:chgData name="Tyenca de Graf" userId="S::tyenca.de.graf@student.uva.nl::f1cee14c-25a4-487c-9270-6c7626aef750" providerId="AD" clId="Web-{793E9E3E-4B4E-BA26-A6BF-9A0B00F38C38}" dt="2025-11-23T16:46:15.157" v="191" actId="20577"/>
          <ac:spMkLst>
            <pc:docMk/>
            <pc:sldMk cId="1817436342" sldId="324"/>
            <ac:spMk id="8" creationId="{1A050BFF-6711-D0B7-E061-1AD10E18B3AC}"/>
          </ac:spMkLst>
        </pc:spChg>
        <pc:spChg chg="mod">
          <ac:chgData name="Tyenca de Graf" userId="S::tyenca.de.graf@student.uva.nl::f1cee14c-25a4-487c-9270-6c7626aef750" providerId="AD" clId="Web-{793E9E3E-4B4E-BA26-A6BF-9A0B00F38C38}" dt="2025-11-23T16:45:51.688" v="178" actId="14100"/>
          <ac:spMkLst>
            <pc:docMk/>
            <pc:sldMk cId="1817436342" sldId="324"/>
            <ac:spMk id="9" creationId="{CEB56366-17C6-0AF9-103F-6081B401F037}"/>
          </ac:spMkLst>
        </pc:spChg>
      </pc:sldChg>
      <pc:sldChg chg="modSp">
        <pc:chgData name="Tyenca de Graf" userId="S::tyenca.de.graf@student.uva.nl::f1cee14c-25a4-487c-9270-6c7626aef750" providerId="AD" clId="Web-{793E9E3E-4B4E-BA26-A6BF-9A0B00F38C38}" dt="2025-11-23T16:51:51.072" v="284" actId="20577"/>
        <pc:sldMkLst>
          <pc:docMk/>
          <pc:sldMk cId="3208365807" sldId="325"/>
        </pc:sldMkLst>
        <pc:spChg chg="mod">
          <ac:chgData name="Tyenca de Graf" userId="S::tyenca.de.graf@student.uva.nl::f1cee14c-25a4-487c-9270-6c7626aef750" providerId="AD" clId="Web-{793E9E3E-4B4E-BA26-A6BF-9A0B00F38C38}" dt="2025-11-23T16:51:04.852" v="278" actId="20577"/>
          <ac:spMkLst>
            <pc:docMk/>
            <pc:sldMk cId="3208365807" sldId="325"/>
            <ac:spMk id="6" creationId="{07B3A4D7-D199-C7E7-B295-21E715636CC0}"/>
          </ac:spMkLst>
        </pc:spChg>
        <pc:spChg chg="mod">
          <ac:chgData name="Tyenca de Graf" userId="S::tyenca.de.graf@student.uva.nl::f1cee14c-25a4-487c-9270-6c7626aef750" providerId="AD" clId="Web-{793E9E3E-4B4E-BA26-A6BF-9A0B00F38C38}" dt="2025-11-23T16:51:03.883" v="276" actId="20577"/>
          <ac:spMkLst>
            <pc:docMk/>
            <pc:sldMk cId="3208365807" sldId="325"/>
            <ac:spMk id="11" creationId="{A87EF4D2-8BE1-6A52-10BA-2B9614628292}"/>
          </ac:spMkLst>
        </pc:spChg>
        <pc:spChg chg="mod">
          <ac:chgData name="Tyenca de Graf" userId="S::tyenca.de.graf@student.uva.nl::f1cee14c-25a4-487c-9270-6c7626aef750" providerId="AD" clId="Web-{793E9E3E-4B4E-BA26-A6BF-9A0B00F38C38}" dt="2025-11-23T16:51:51.072" v="284" actId="20577"/>
          <ac:spMkLst>
            <pc:docMk/>
            <pc:sldMk cId="3208365807" sldId="325"/>
            <ac:spMk id="12" creationId="{91315A43-4B66-4C3B-876A-EF0824E02AB1}"/>
          </ac:spMkLst>
        </pc:spChg>
      </pc:sldChg>
      <pc:sldChg chg="modSp">
        <pc:chgData name="Tyenca de Graf" userId="S::tyenca.de.graf@student.uva.nl::f1cee14c-25a4-487c-9270-6c7626aef750" providerId="AD" clId="Web-{793E9E3E-4B4E-BA26-A6BF-9A0B00F38C38}" dt="2025-11-23T16:26:24.657" v="2" actId="20577"/>
        <pc:sldMkLst>
          <pc:docMk/>
          <pc:sldMk cId="376072918" sldId="326"/>
        </pc:sldMkLst>
        <pc:spChg chg="mod">
          <ac:chgData name="Tyenca de Graf" userId="S::tyenca.de.graf@student.uva.nl::f1cee14c-25a4-487c-9270-6c7626aef750" providerId="AD" clId="Web-{793E9E3E-4B4E-BA26-A6BF-9A0B00F38C38}" dt="2025-11-23T16:26:24.657" v="2" actId="20577"/>
          <ac:spMkLst>
            <pc:docMk/>
            <pc:sldMk cId="376072918" sldId="326"/>
            <ac:spMk id="3" creationId="{89C83E28-188B-D656-A0BE-F62F6F9FB891}"/>
          </ac:spMkLst>
        </pc:spChg>
      </pc:sldChg>
      <pc:sldChg chg="modSp">
        <pc:chgData name="Tyenca de Graf" userId="S::tyenca.de.graf@student.uva.nl::f1cee14c-25a4-487c-9270-6c7626aef750" providerId="AD" clId="Web-{793E9E3E-4B4E-BA26-A6BF-9A0B00F38C38}" dt="2025-11-23T16:49:25.397" v="250" actId="20577"/>
        <pc:sldMkLst>
          <pc:docMk/>
          <pc:sldMk cId="1279321116" sldId="327"/>
        </pc:sldMkLst>
        <pc:spChg chg="mod">
          <ac:chgData name="Tyenca de Graf" userId="S::tyenca.de.graf@student.uva.nl::f1cee14c-25a4-487c-9270-6c7626aef750" providerId="AD" clId="Web-{793E9E3E-4B4E-BA26-A6BF-9A0B00F38C38}" dt="2025-11-23T16:49:25.397" v="250" actId="20577"/>
          <ac:spMkLst>
            <pc:docMk/>
            <pc:sldMk cId="1279321116" sldId="327"/>
            <ac:spMk id="4" creationId="{F12AE940-5496-B8AA-9B4E-CE64353655FE}"/>
          </ac:spMkLst>
        </pc:spChg>
      </pc:sldChg>
      <pc:sldChg chg="modSp">
        <pc:chgData name="Tyenca de Graf" userId="S::tyenca.de.graf@student.uva.nl::f1cee14c-25a4-487c-9270-6c7626aef750" providerId="AD" clId="Web-{793E9E3E-4B4E-BA26-A6BF-9A0B00F38C38}" dt="2025-11-23T17:05:19.995" v="365" actId="20577"/>
        <pc:sldMkLst>
          <pc:docMk/>
          <pc:sldMk cId="1439564122" sldId="334"/>
        </pc:sldMkLst>
        <pc:spChg chg="mod">
          <ac:chgData name="Tyenca de Graf" userId="S::tyenca.de.graf@student.uva.nl::f1cee14c-25a4-487c-9270-6c7626aef750" providerId="AD" clId="Web-{793E9E3E-4B4E-BA26-A6BF-9A0B00F38C38}" dt="2025-11-23T17:05:19.995" v="365" actId="20577"/>
          <ac:spMkLst>
            <pc:docMk/>
            <pc:sldMk cId="1439564122" sldId="334"/>
            <ac:spMk id="3" creationId="{0DE90B59-29B6-F367-F81F-40C9F18AB57B}"/>
          </ac:spMkLst>
        </pc:spChg>
      </pc:sldChg>
      <pc:sldChg chg="addSp modSp">
        <pc:chgData name="Tyenca de Graf" userId="S::tyenca.de.graf@student.uva.nl::f1cee14c-25a4-487c-9270-6c7626aef750" providerId="AD" clId="Web-{793E9E3E-4B4E-BA26-A6BF-9A0B00F38C38}" dt="2025-11-23T17:06:40.578" v="391" actId="1076"/>
        <pc:sldMkLst>
          <pc:docMk/>
          <pc:sldMk cId="2609612816" sldId="335"/>
        </pc:sldMkLst>
        <pc:spChg chg="add mod">
          <ac:chgData name="Tyenca de Graf" userId="S::tyenca.de.graf@student.uva.nl::f1cee14c-25a4-487c-9270-6c7626aef750" providerId="AD" clId="Web-{793E9E3E-4B4E-BA26-A6BF-9A0B00F38C38}" dt="2025-11-23T17:06:40.578" v="391" actId="1076"/>
          <ac:spMkLst>
            <pc:docMk/>
            <pc:sldMk cId="2609612816" sldId="335"/>
            <ac:spMk id="4" creationId="{17FAA139-E030-0294-5358-081828DEC6DA}"/>
          </ac:spMkLst>
        </pc:spChg>
        <pc:graphicFrameChg chg="mod">
          <ac:chgData name="Tyenca de Graf" userId="S::tyenca.de.graf@student.uva.nl::f1cee14c-25a4-487c-9270-6c7626aef750" providerId="AD" clId="Web-{793E9E3E-4B4E-BA26-A6BF-9A0B00F38C38}" dt="2025-11-23T17:06:28.953" v="390" actId="1076"/>
          <ac:graphicFrameMkLst>
            <pc:docMk/>
            <pc:sldMk cId="2609612816" sldId="335"/>
            <ac:graphicFrameMk id="8" creationId="{B2A45A17-2EBB-16F9-3CD1-57A60396CF28}"/>
          </ac:graphicFrameMkLst>
        </pc:graphicFrameChg>
      </pc:sldChg>
      <pc:sldChg chg="addSp delSp modSp">
        <pc:chgData name="Tyenca de Graf" userId="S::tyenca.de.graf@student.uva.nl::f1cee14c-25a4-487c-9270-6c7626aef750" providerId="AD" clId="Web-{793E9E3E-4B4E-BA26-A6BF-9A0B00F38C38}" dt="2025-11-23T17:04:36.823" v="361" actId="20577"/>
        <pc:sldMkLst>
          <pc:docMk/>
          <pc:sldMk cId="1291046151" sldId="336"/>
        </pc:sldMkLst>
        <pc:spChg chg="add del mod">
          <ac:chgData name="Tyenca de Graf" userId="S::tyenca.de.graf@student.uva.nl::f1cee14c-25a4-487c-9270-6c7626aef750" providerId="AD" clId="Web-{793E9E3E-4B4E-BA26-A6BF-9A0B00F38C38}" dt="2025-11-23T16:51:45.228" v="282"/>
          <ac:spMkLst>
            <pc:docMk/>
            <pc:sldMk cId="1291046151" sldId="336"/>
            <ac:spMk id="5" creationId="{4F546DCA-7393-63FD-A4D7-51AB932665AE}"/>
          </ac:spMkLst>
        </pc:spChg>
        <pc:spChg chg="add mod">
          <ac:chgData name="Tyenca de Graf" userId="S::tyenca.de.graf@student.uva.nl::f1cee14c-25a4-487c-9270-6c7626aef750" providerId="AD" clId="Web-{793E9E3E-4B4E-BA26-A6BF-9A0B00F38C38}" dt="2025-11-23T17:02:52.023" v="345" actId="20577"/>
          <ac:spMkLst>
            <pc:docMk/>
            <pc:sldMk cId="1291046151" sldId="336"/>
            <ac:spMk id="16" creationId="{D7DBE7FC-DB22-DE4D-3EA8-28C7CE3B2233}"/>
          </ac:spMkLst>
        </pc:spChg>
        <pc:spChg chg="add mod">
          <ac:chgData name="Tyenca de Graf" userId="S::tyenca.de.graf@student.uva.nl::f1cee14c-25a4-487c-9270-6c7626aef750" providerId="AD" clId="Web-{793E9E3E-4B4E-BA26-A6BF-9A0B00F38C38}" dt="2025-11-23T17:03:00.648" v="347" actId="20577"/>
          <ac:spMkLst>
            <pc:docMk/>
            <pc:sldMk cId="1291046151" sldId="336"/>
            <ac:spMk id="17" creationId="{E87F3CF7-2B1D-40FA-9C32-4DE57A270A4D}"/>
          </ac:spMkLst>
        </pc:spChg>
        <pc:spChg chg="add mod">
          <ac:chgData name="Tyenca de Graf" userId="S::tyenca.de.graf@student.uva.nl::f1cee14c-25a4-487c-9270-6c7626aef750" providerId="AD" clId="Web-{793E9E3E-4B4E-BA26-A6BF-9A0B00F38C38}" dt="2025-11-23T17:04:36.823" v="361" actId="20577"/>
          <ac:spMkLst>
            <pc:docMk/>
            <pc:sldMk cId="1291046151" sldId="336"/>
            <ac:spMk id="18" creationId="{C52D04F6-CA02-81CA-863B-F248DB4F4A67}"/>
          </ac:spMkLst>
        </pc:spChg>
        <pc:picChg chg="mod">
          <ac:chgData name="Tyenca de Graf" userId="S::tyenca.de.graf@student.uva.nl::f1cee14c-25a4-487c-9270-6c7626aef750" providerId="AD" clId="Web-{793E9E3E-4B4E-BA26-A6BF-9A0B00F38C38}" dt="2025-11-23T17:04:18.666" v="359" actId="1076"/>
          <ac:picMkLst>
            <pc:docMk/>
            <pc:sldMk cId="1291046151" sldId="336"/>
            <ac:picMk id="12" creationId="{5D3BA5C5-0DE9-B6B5-02DA-16E595F3CADB}"/>
          </ac:picMkLst>
        </pc:picChg>
        <pc:picChg chg="mod">
          <ac:chgData name="Tyenca de Graf" userId="S::tyenca.de.graf@student.uva.nl::f1cee14c-25a4-487c-9270-6c7626aef750" providerId="AD" clId="Web-{793E9E3E-4B4E-BA26-A6BF-9A0B00F38C38}" dt="2025-11-23T17:04:11.338" v="356" actId="1076"/>
          <ac:picMkLst>
            <pc:docMk/>
            <pc:sldMk cId="1291046151" sldId="336"/>
            <ac:picMk id="13" creationId="{5ED81D67-7980-2B91-A457-8AC3925DA697}"/>
          </ac:picMkLst>
        </pc:picChg>
        <pc:picChg chg="mod">
          <ac:chgData name="Tyenca de Graf" userId="S::tyenca.de.graf@student.uva.nl::f1cee14c-25a4-487c-9270-6c7626aef750" providerId="AD" clId="Web-{793E9E3E-4B4E-BA26-A6BF-9A0B00F38C38}" dt="2025-11-23T17:04:09.400" v="355" actId="14100"/>
          <ac:picMkLst>
            <pc:docMk/>
            <pc:sldMk cId="1291046151" sldId="336"/>
            <ac:picMk id="15" creationId="{6502EDEE-3C4C-B8F3-EB76-91A44ADAB230}"/>
          </ac:picMkLst>
        </pc:picChg>
      </pc:sldChg>
      <pc:sldChg chg="addSp delSp modSp">
        <pc:chgData name="Tyenca de Graf" userId="S::tyenca.de.graf@student.uva.nl::f1cee14c-25a4-487c-9270-6c7626aef750" providerId="AD" clId="Web-{793E9E3E-4B4E-BA26-A6BF-9A0B00F38C38}" dt="2025-11-23T16:49:48.085" v="254" actId="20577"/>
        <pc:sldMkLst>
          <pc:docMk/>
          <pc:sldMk cId="2337359261" sldId="337"/>
        </pc:sldMkLst>
        <pc:spChg chg="mod">
          <ac:chgData name="Tyenca de Graf" userId="S::tyenca.de.graf@student.uva.nl::f1cee14c-25a4-487c-9270-6c7626aef750" providerId="AD" clId="Web-{793E9E3E-4B4E-BA26-A6BF-9A0B00F38C38}" dt="2025-11-23T16:49:48.085" v="254" actId="20577"/>
          <ac:spMkLst>
            <pc:docMk/>
            <pc:sldMk cId="2337359261" sldId="337"/>
            <ac:spMk id="3" creationId="{680061FF-AD5D-B8E3-341C-4CB4AC4B355C}"/>
          </ac:spMkLst>
        </pc:spChg>
        <pc:spChg chg="add del mod">
          <ac:chgData name="Tyenca de Graf" userId="S::tyenca.de.graf@student.uva.nl::f1cee14c-25a4-487c-9270-6c7626aef750" providerId="AD" clId="Web-{793E9E3E-4B4E-BA26-A6BF-9A0B00F38C38}" dt="2025-11-23T16:46:26.439" v="195"/>
          <ac:spMkLst>
            <pc:docMk/>
            <pc:sldMk cId="2337359261" sldId="337"/>
            <ac:spMk id="6" creationId="{EC9E05D7-3ED4-FBA4-5440-8B5E9F2AE19C}"/>
          </ac:spMkLst>
        </pc:spChg>
        <pc:spChg chg="add mod">
          <ac:chgData name="Tyenca de Graf" userId="S::tyenca.de.graf@student.uva.nl::f1cee14c-25a4-487c-9270-6c7626aef750" providerId="AD" clId="Web-{793E9E3E-4B4E-BA26-A6BF-9A0B00F38C38}" dt="2025-11-23T16:48:44.021" v="246" actId="20577"/>
          <ac:spMkLst>
            <pc:docMk/>
            <pc:sldMk cId="2337359261" sldId="337"/>
            <ac:spMk id="7" creationId="{C7292661-E3C0-1636-53E9-3EF4E25F5F14}"/>
          </ac:spMkLst>
        </pc:spChg>
        <pc:spChg chg="add mod">
          <ac:chgData name="Tyenca de Graf" userId="S::tyenca.de.graf@student.uva.nl::f1cee14c-25a4-487c-9270-6c7626aef750" providerId="AD" clId="Web-{793E9E3E-4B4E-BA26-A6BF-9A0B00F38C38}" dt="2025-11-23T16:49:44.366" v="253" actId="20577"/>
          <ac:spMkLst>
            <pc:docMk/>
            <pc:sldMk cId="2337359261" sldId="337"/>
            <ac:spMk id="8" creationId="{E5656604-7B20-74EE-6946-E7323A33D45C}"/>
          </ac:spMkLst>
        </pc:spChg>
        <pc:picChg chg="mod">
          <ac:chgData name="Tyenca de Graf" userId="S::tyenca.de.graf@student.uva.nl::f1cee14c-25a4-487c-9270-6c7626aef750" providerId="AD" clId="Web-{793E9E3E-4B4E-BA26-A6BF-9A0B00F38C38}" dt="2025-11-23T16:47:01.190" v="211" actId="1076"/>
          <ac:picMkLst>
            <pc:docMk/>
            <pc:sldMk cId="2337359261" sldId="337"/>
            <ac:picMk id="4" creationId="{BF2D43E5-8575-EE95-8DE8-FBD60A6A101D}"/>
          </ac:picMkLst>
        </pc:picChg>
        <pc:picChg chg="mod">
          <ac:chgData name="Tyenca de Graf" userId="S::tyenca.de.graf@student.uva.nl::f1cee14c-25a4-487c-9270-6c7626aef750" providerId="AD" clId="Web-{793E9E3E-4B4E-BA26-A6BF-9A0B00F38C38}" dt="2025-11-23T16:46:52.831" v="206" actId="1076"/>
          <ac:picMkLst>
            <pc:docMk/>
            <pc:sldMk cId="2337359261" sldId="337"/>
            <ac:picMk id="5" creationId="{49DE462C-0E97-F805-0368-CEA0866C1641}"/>
          </ac:picMkLst>
        </pc:picChg>
      </pc:sldChg>
      <pc:sldChg chg="addSp delSp modSp">
        <pc:chgData name="Tyenca de Graf" userId="S::tyenca.de.graf@student.uva.nl::f1cee14c-25a4-487c-9270-6c7626aef750" providerId="AD" clId="Web-{793E9E3E-4B4E-BA26-A6BF-9A0B00F38C38}" dt="2025-11-23T17:10:50.934" v="471" actId="14100"/>
        <pc:sldMkLst>
          <pc:docMk/>
          <pc:sldMk cId="1904032589" sldId="338"/>
        </pc:sldMkLst>
        <pc:spChg chg="add del mod">
          <ac:chgData name="Tyenca de Graf" userId="S::tyenca.de.graf@student.uva.nl::f1cee14c-25a4-487c-9270-6c7626aef750" providerId="AD" clId="Web-{793E9E3E-4B4E-BA26-A6BF-9A0B00F38C38}" dt="2025-11-23T17:06:56.969" v="395"/>
          <ac:spMkLst>
            <pc:docMk/>
            <pc:sldMk cId="1904032589" sldId="338"/>
            <ac:spMk id="3" creationId="{CFD4384D-45FC-6EAC-D27F-884F3D2154AA}"/>
          </ac:spMkLst>
        </pc:spChg>
        <pc:spChg chg="add mod">
          <ac:chgData name="Tyenca de Graf" userId="S::tyenca.de.graf@student.uva.nl::f1cee14c-25a4-487c-9270-6c7626aef750" providerId="AD" clId="Web-{793E9E3E-4B4E-BA26-A6BF-9A0B00F38C38}" dt="2025-11-23T17:10:50.934" v="471" actId="14100"/>
          <ac:spMkLst>
            <pc:docMk/>
            <pc:sldMk cId="1904032589" sldId="338"/>
            <ac:spMk id="7" creationId="{DF4BEE93-43E0-54F7-CFA9-5F63542A3E19}"/>
          </ac:spMkLst>
        </pc:spChg>
        <pc:spChg chg="mod">
          <ac:chgData name="Tyenca de Graf" userId="S::tyenca.de.graf@student.uva.nl::f1cee14c-25a4-487c-9270-6c7626aef750" providerId="AD" clId="Web-{793E9E3E-4B4E-BA26-A6BF-9A0B00F38C38}" dt="2025-11-23T17:08:31.049" v="419" actId="20577"/>
          <ac:spMkLst>
            <pc:docMk/>
            <pc:sldMk cId="1904032589" sldId="338"/>
            <ac:spMk id="8" creationId="{3F00F030-78E2-928F-C008-D39703A5E926}"/>
          </ac:spMkLst>
        </pc:spChg>
        <pc:picChg chg="mod">
          <ac:chgData name="Tyenca de Graf" userId="S::tyenca.de.graf@student.uva.nl::f1cee14c-25a4-487c-9270-6c7626aef750" providerId="AD" clId="Web-{793E9E3E-4B4E-BA26-A6BF-9A0B00F38C38}" dt="2025-11-23T17:09:11.021" v="442" actId="1076"/>
          <ac:picMkLst>
            <pc:docMk/>
            <pc:sldMk cId="1904032589" sldId="338"/>
            <ac:picMk id="4" creationId="{869719CF-AF14-F918-EA56-25591B6A9EFB}"/>
          </ac:picMkLst>
        </pc:picChg>
      </pc:sldChg>
      <pc:sldChg chg="addSp delSp modSp">
        <pc:chgData name="Tyenca de Graf" userId="S::tyenca.de.graf@student.uva.nl::f1cee14c-25a4-487c-9270-6c7626aef750" providerId="AD" clId="Web-{793E9E3E-4B4E-BA26-A6BF-9A0B00F38C38}" dt="2025-11-23T17:10:31.305" v="464" actId="1076"/>
        <pc:sldMkLst>
          <pc:docMk/>
          <pc:sldMk cId="3527993145" sldId="339"/>
        </pc:sldMkLst>
        <pc:spChg chg="add del mod">
          <ac:chgData name="Tyenca de Graf" userId="S::tyenca.de.graf@student.uva.nl::f1cee14c-25a4-487c-9270-6c7626aef750" providerId="AD" clId="Web-{793E9E3E-4B4E-BA26-A6BF-9A0B00F38C38}" dt="2025-11-23T17:09:01.487" v="433"/>
          <ac:spMkLst>
            <pc:docMk/>
            <pc:sldMk cId="3527993145" sldId="339"/>
            <ac:spMk id="3" creationId="{8A5B71A2-5839-BEED-C8B2-9A0B903D7CA7}"/>
          </ac:spMkLst>
        </pc:spChg>
        <pc:spChg chg="mod">
          <ac:chgData name="Tyenca de Graf" userId="S::tyenca.de.graf@student.uva.nl::f1cee14c-25a4-487c-9270-6c7626aef750" providerId="AD" clId="Web-{793E9E3E-4B4E-BA26-A6BF-9A0B00F38C38}" dt="2025-11-23T17:09:32.370" v="448" actId="20577"/>
          <ac:spMkLst>
            <pc:docMk/>
            <pc:sldMk cId="3527993145" sldId="339"/>
            <ac:spMk id="7" creationId="{F3C0CD0E-E4B3-866E-FF93-583B61E51F24}"/>
          </ac:spMkLst>
        </pc:spChg>
        <pc:spChg chg="add mod">
          <ac:chgData name="Tyenca de Graf" userId="S::tyenca.de.graf@student.uva.nl::f1cee14c-25a4-487c-9270-6c7626aef750" providerId="AD" clId="Web-{793E9E3E-4B4E-BA26-A6BF-9A0B00F38C38}" dt="2025-11-23T17:10:31.305" v="464" actId="1076"/>
          <ac:spMkLst>
            <pc:docMk/>
            <pc:sldMk cId="3527993145" sldId="339"/>
            <ac:spMk id="9" creationId="{40FFB22B-6984-6563-2FFF-C89C1294A6C9}"/>
          </ac:spMkLst>
        </pc:spChg>
      </pc:sldChg>
      <pc:sldChg chg="addSp modSp">
        <pc:chgData name="Tyenca de Graf" userId="S::tyenca.de.graf@student.uva.nl::f1cee14c-25a4-487c-9270-6c7626aef750" providerId="AD" clId="Web-{793E9E3E-4B4E-BA26-A6BF-9A0B00F38C38}" dt="2025-11-23T17:11:42.208" v="473" actId="20577"/>
        <pc:sldMkLst>
          <pc:docMk/>
          <pc:sldMk cId="1424354051" sldId="340"/>
        </pc:sldMkLst>
        <pc:spChg chg="add mod">
          <ac:chgData name="Tyenca de Graf" userId="S::tyenca.de.graf@student.uva.nl::f1cee14c-25a4-487c-9270-6c7626aef750" providerId="AD" clId="Web-{793E9E3E-4B4E-BA26-A6BF-9A0B00F38C38}" dt="2025-11-23T17:10:13.098" v="458" actId="1076"/>
          <ac:spMkLst>
            <pc:docMk/>
            <pc:sldMk cId="1424354051" sldId="340"/>
            <ac:spMk id="5" creationId="{0B23A114-FA1A-8A04-F1F8-58C88D8454BC}"/>
          </ac:spMkLst>
        </pc:spChg>
        <pc:spChg chg="mod">
          <ac:chgData name="Tyenca de Graf" userId="S::tyenca.de.graf@student.uva.nl::f1cee14c-25a4-487c-9270-6c7626aef750" providerId="AD" clId="Web-{793E9E3E-4B4E-BA26-A6BF-9A0B00F38C38}" dt="2025-11-23T17:11:42.208" v="473" actId="20577"/>
          <ac:spMkLst>
            <pc:docMk/>
            <pc:sldMk cId="1424354051" sldId="340"/>
            <ac:spMk id="7" creationId="{C557561F-A005-A5AD-99D8-5137763FBB70}"/>
          </ac:spMkLst>
        </pc:sp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7FB8B65A-D69F-C26C-B67E-036EF77BF1FA}"/>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652B9064-AE57-427F-E5AF-71DE7D52FE6E}"/>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9D8190EA-5EEC-4300-B6AE-D9734C6C648E}" type="datetimeFigureOut">
              <a:rPr lang="en-US" smtClean="0"/>
              <a:t>11/23/2025</a:t>
            </a:fld>
            <a:endParaRPr lang="en-US"/>
          </a:p>
        </p:txBody>
      </p:sp>
      <p:sp>
        <p:nvSpPr>
          <p:cNvPr id="4" name="Footer Placeholder 3">
            <a:extLst>
              <a:ext uri="{FF2B5EF4-FFF2-40B4-BE49-F238E27FC236}">
                <a16:creationId xmlns:a16="http://schemas.microsoft.com/office/drawing/2014/main" id="{8186157A-CEB9-B0FC-3A49-BE950AEAD6F3}"/>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E0819CA0-A57D-42D7-A625-56C22D0FA7C6}"/>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EAFF3A6F-DEFA-45E0-9496-BEE7C2C6F3D0}" type="slidenum">
              <a:rPr lang="en-US" smtClean="0"/>
              <a:t>‹#›</a:t>
            </a:fld>
            <a:endParaRPr lang="en-US"/>
          </a:p>
        </p:txBody>
      </p:sp>
    </p:spTree>
    <p:extLst>
      <p:ext uri="{BB962C8B-B14F-4D97-AF65-F5344CB8AC3E}">
        <p14:creationId xmlns:p14="http://schemas.microsoft.com/office/powerpoint/2010/main" val="1406002224"/>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487ADD9-2083-264C-A652-8D52D02F7E72}" type="datetimeFigureOut">
              <a:rPr lang="en-US" smtClean="0"/>
              <a:t>11/23/2025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97DC217-DF71-1A49-B3EA-559F1F43B0FF}" type="slidenum">
              <a:rPr lang="en-US" smtClean="0"/>
              <a:t>‹#›</a:t>
            </a:fld>
            <a:endParaRPr lang="en-US"/>
          </a:p>
        </p:txBody>
      </p:sp>
    </p:spTree>
    <p:extLst>
      <p:ext uri="{BB962C8B-B14F-4D97-AF65-F5344CB8AC3E}">
        <p14:creationId xmlns:p14="http://schemas.microsoft.com/office/powerpoint/2010/main" val="284642520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F97DC217-DF71-1A49-B3EA-559F1F43B0FF}" type="slidenum">
              <a:rPr lang="en-US" smtClean="0"/>
              <a:t>1</a:t>
            </a:fld>
            <a:endParaRPr lang="en-US"/>
          </a:p>
        </p:txBody>
      </p:sp>
    </p:spTree>
    <p:extLst>
      <p:ext uri="{BB962C8B-B14F-4D97-AF65-F5344CB8AC3E}">
        <p14:creationId xmlns:p14="http://schemas.microsoft.com/office/powerpoint/2010/main" val="216938584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jdelijke aanduiding voor dia-afbeelding 1"/>
          <p:cNvSpPr>
            <a:spLocks noGrp="1" noRot="1" noChangeAspect="1"/>
          </p:cNvSpPr>
          <p:nvPr>
            <p:ph type="sldImg"/>
          </p:nvPr>
        </p:nvSpPr>
        <p:spPr/>
      </p:sp>
      <p:sp>
        <p:nvSpPr>
          <p:cNvPr id="3" name="Tijdelijke aanduiding voor notities 2"/>
          <p:cNvSpPr>
            <a:spLocks noGrp="1"/>
          </p:cNvSpPr>
          <p:nvPr>
            <p:ph type="body" idx="1"/>
          </p:nvPr>
        </p:nvSpPr>
        <p:spPr/>
        <p:txBody>
          <a:bodyPr/>
          <a:lstStyle/>
          <a:p>
            <a:endParaRPr lang="en-GB"/>
          </a:p>
        </p:txBody>
      </p:sp>
      <p:sp>
        <p:nvSpPr>
          <p:cNvPr id="4" name="Tijdelijke aanduiding voor dianummer 3"/>
          <p:cNvSpPr>
            <a:spLocks noGrp="1"/>
          </p:cNvSpPr>
          <p:nvPr>
            <p:ph type="sldNum" sz="quarter" idx="5"/>
          </p:nvPr>
        </p:nvSpPr>
        <p:spPr/>
        <p:txBody>
          <a:bodyPr/>
          <a:lstStyle/>
          <a:p>
            <a:fld id="{F97DC217-DF71-1A49-B3EA-559F1F43B0FF}" type="slidenum">
              <a:rPr lang="en-US" smtClean="0"/>
              <a:t>9</a:t>
            </a:fld>
            <a:endParaRPr lang="en-US"/>
          </a:p>
        </p:txBody>
      </p:sp>
    </p:spTree>
    <p:extLst>
      <p:ext uri="{BB962C8B-B14F-4D97-AF65-F5344CB8AC3E}">
        <p14:creationId xmlns:p14="http://schemas.microsoft.com/office/powerpoint/2010/main" val="214968034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9AC79249-FDC0-364D-A734-AE1DE1605D28}"/>
              </a:ext>
              <a:ext uri="{C183D7F6-B498-43B3-948B-1728B52AA6E4}">
                <adec:decorative xmlns:adec="http://schemas.microsoft.com/office/drawing/2017/decorative" val="1"/>
              </a:ext>
            </a:extLst>
          </p:cNvPr>
          <p:cNvSpPr/>
          <p:nvPr userDrawn="1"/>
        </p:nvSpPr>
        <p:spPr>
          <a:xfrm>
            <a:off x="0" y="4572000"/>
            <a:ext cx="12192000" cy="2286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7" name="Group 6">
            <a:extLst>
              <a:ext uri="{FF2B5EF4-FFF2-40B4-BE49-F238E27FC236}">
                <a16:creationId xmlns:a16="http://schemas.microsoft.com/office/drawing/2014/main" id="{13537B6D-42A5-F449-2691-321A167F7C08}"/>
              </a:ext>
              <a:ext uri="{C183D7F6-B498-43B3-948B-1728B52AA6E4}">
                <adec:decorative xmlns:adec="http://schemas.microsoft.com/office/drawing/2017/decorative" val="1"/>
              </a:ext>
            </a:extLst>
          </p:cNvPr>
          <p:cNvGrpSpPr/>
          <p:nvPr userDrawn="1"/>
        </p:nvGrpSpPr>
        <p:grpSpPr>
          <a:xfrm>
            <a:off x="0" y="-3419"/>
            <a:ext cx="12192000" cy="6861419"/>
            <a:chOff x="0" y="-3419"/>
            <a:chExt cx="12192000" cy="6861419"/>
          </a:xfrm>
        </p:grpSpPr>
        <p:sp>
          <p:nvSpPr>
            <p:cNvPr id="5" name="Oval 4">
              <a:extLst>
                <a:ext uri="{FF2B5EF4-FFF2-40B4-BE49-F238E27FC236}">
                  <a16:creationId xmlns:a16="http://schemas.microsoft.com/office/drawing/2014/main" id="{902465C8-266D-104C-9C49-323DF4A8277E}"/>
                </a:ext>
              </a:extLst>
            </p:cNvPr>
            <p:cNvSpPr/>
            <p:nvPr userDrawn="1"/>
          </p:nvSpPr>
          <p:spPr>
            <a:xfrm>
              <a:off x="583746" y="4960030"/>
              <a:ext cx="1551214" cy="1551214"/>
            </a:xfrm>
            <a:prstGeom prst="ellipse">
              <a:avLst/>
            </a:prstGeom>
            <a:solidFill>
              <a:schemeClr val="tx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Freeform 10">
              <a:extLst>
                <a:ext uri="{FF2B5EF4-FFF2-40B4-BE49-F238E27FC236}">
                  <a16:creationId xmlns:a16="http://schemas.microsoft.com/office/drawing/2014/main" id="{37979A1C-BF60-B345-A664-2E4F7A3461EB}"/>
                </a:ext>
              </a:extLst>
            </p:cNvPr>
            <p:cNvSpPr/>
            <p:nvPr userDrawn="1"/>
          </p:nvSpPr>
          <p:spPr>
            <a:xfrm>
              <a:off x="1" y="4571999"/>
              <a:ext cx="1118508" cy="1118508"/>
            </a:xfrm>
            <a:custGeom>
              <a:avLst/>
              <a:gdLst>
                <a:gd name="connsiteX0" fmla="*/ 0 w 1167493"/>
                <a:gd name="connsiteY0" fmla="*/ 0 h 1167493"/>
                <a:gd name="connsiteX1" fmla="*/ 1167493 w 1167493"/>
                <a:gd name="connsiteY1" fmla="*/ 0 h 1167493"/>
                <a:gd name="connsiteX2" fmla="*/ 0 w 1167493"/>
                <a:gd name="connsiteY2" fmla="*/ 1167493 h 1167493"/>
                <a:gd name="connsiteX3" fmla="*/ 0 w 1167493"/>
                <a:gd name="connsiteY3" fmla="*/ 0 h 1167493"/>
              </a:gdLst>
              <a:ahLst/>
              <a:cxnLst>
                <a:cxn ang="0">
                  <a:pos x="connsiteX0" y="connsiteY0"/>
                </a:cxn>
                <a:cxn ang="0">
                  <a:pos x="connsiteX1" y="connsiteY1"/>
                </a:cxn>
                <a:cxn ang="0">
                  <a:pos x="connsiteX2" y="connsiteY2"/>
                </a:cxn>
                <a:cxn ang="0">
                  <a:pos x="connsiteX3" y="connsiteY3"/>
                </a:cxn>
              </a:cxnLst>
              <a:rect l="l" t="t" r="r" b="b"/>
              <a:pathLst>
                <a:path w="1167493" h="1167493">
                  <a:moveTo>
                    <a:pt x="0" y="0"/>
                  </a:moveTo>
                  <a:lnTo>
                    <a:pt x="1167493" y="0"/>
                  </a:lnTo>
                  <a:cubicBezTo>
                    <a:pt x="522704" y="0"/>
                    <a:pt x="0" y="522704"/>
                    <a:pt x="0" y="1167493"/>
                  </a:cubicBezTo>
                  <a:lnTo>
                    <a:pt x="0" y="0"/>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9" name="Freeform 8">
              <a:extLst>
                <a:ext uri="{FF2B5EF4-FFF2-40B4-BE49-F238E27FC236}">
                  <a16:creationId xmlns:a16="http://schemas.microsoft.com/office/drawing/2014/main" id="{58080B3E-915C-2D4C-8608-596E1BFD6387}"/>
                </a:ext>
              </a:extLst>
            </p:cNvPr>
            <p:cNvSpPr/>
            <p:nvPr userDrawn="1"/>
          </p:nvSpPr>
          <p:spPr>
            <a:xfrm>
              <a:off x="1" y="5739492"/>
              <a:ext cx="1118508" cy="1118508"/>
            </a:xfrm>
            <a:custGeom>
              <a:avLst/>
              <a:gdLst>
                <a:gd name="connsiteX0" fmla="*/ 0 w 1167493"/>
                <a:gd name="connsiteY0" fmla="*/ 0 h 1167493"/>
                <a:gd name="connsiteX1" fmla="*/ 1167493 w 1167493"/>
                <a:gd name="connsiteY1" fmla="*/ 1167493 h 1167493"/>
                <a:gd name="connsiteX2" fmla="*/ 0 w 1167493"/>
                <a:gd name="connsiteY2" fmla="*/ 1167493 h 1167493"/>
                <a:gd name="connsiteX3" fmla="*/ 0 w 1167493"/>
                <a:gd name="connsiteY3" fmla="*/ 0 h 1167493"/>
              </a:gdLst>
              <a:ahLst/>
              <a:cxnLst>
                <a:cxn ang="0">
                  <a:pos x="connsiteX0" y="connsiteY0"/>
                </a:cxn>
                <a:cxn ang="0">
                  <a:pos x="connsiteX1" y="connsiteY1"/>
                </a:cxn>
                <a:cxn ang="0">
                  <a:pos x="connsiteX2" y="connsiteY2"/>
                </a:cxn>
                <a:cxn ang="0">
                  <a:pos x="connsiteX3" y="connsiteY3"/>
                </a:cxn>
              </a:cxnLst>
              <a:rect l="l" t="t" r="r" b="b"/>
              <a:pathLst>
                <a:path w="1167493" h="1167493">
                  <a:moveTo>
                    <a:pt x="0" y="0"/>
                  </a:moveTo>
                  <a:cubicBezTo>
                    <a:pt x="0" y="644789"/>
                    <a:pt x="522704" y="1167493"/>
                    <a:pt x="1167493" y="1167493"/>
                  </a:cubicBezTo>
                  <a:lnTo>
                    <a:pt x="0" y="1167493"/>
                  </a:lnTo>
                  <a:lnTo>
                    <a:pt x="0" y="0"/>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grpSp>
          <p:nvGrpSpPr>
            <p:cNvPr id="6" name="Group 5">
              <a:extLst>
                <a:ext uri="{FF2B5EF4-FFF2-40B4-BE49-F238E27FC236}">
                  <a16:creationId xmlns:a16="http://schemas.microsoft.com/office/drawing/2014/main" id="{F15FBB50-09C8-B64E-AE57-67C5E70810CB}"/>
                </a:ext>
              </a:extLst>
            </p:cNvPr>
            <p:cNvGrpSpPr/>
            <p:nvPr userDrawn="1"/>
          </p:nvGrpSpPr>
          <p:grpSpPr>
            <a:xfrm>
              <a:off x="8264427" y="-3419"/>
              <a:ext cx="3927573" cy="3165022"/>
              <a:chOff x="9857014" y="13834"/>
              <a:chExt cx="2334986" cy="1881641"/>
            </a:xfrm>
          </p:grpSpPr>
          <p:sp>
            <p:nvSpPr>
              <p:cNvPr id="15" name="Freeform 14">
                <a:extLst>
                  <a:ext uri="{FF2B5EF4-FFF2-40B4-BE49-F238E27FC236}">
                    <a16:creationId xmlns:a16="http://schemas.microsoft.com/office/drawing/2014/main" id="{EFBF1E52-11FA-DC48-B7AD-75734232FFE8}"/>
                  </a:ext>
                </a:extLst>
              </p:cNvPr>
              <p:cNvSpPr/>
              <p:nvPr userDrawn="1"/>
            </p:nvSpPr>
            <p:spPr>
              <a:xfrm rot="5400000" flipH="1" flipV="1">
                <a:off x="10667433" y="370908"/>
                <a:ext cx="1881641" cy="1167493"/>
              </a:xfrm>
              <a:custGeom>
                <a:avLst/>
                <a:gdLst>
                  <a:gd name="connsiteX0" fmla="*/ 1881641 w 1881641"/>
                  <a:gd name="connsiteY0" fmla="*/ 1167473 h 1167493"/>
                  <a:gd name="connsiteX1" fmla="*/ 1881641 w 1881641"/>
                  <a:gd name="connsiteY1" fmla="*/ 1167493 h 1167493"/>
                  <a:gd name="connsiteX2" fmla="*/ 1167493 w 1881641"/>
                  <a:gd name="connsiteY2" fmla="*/ 1167493 h 1167493"/>
                  <a:gd name="connsiteX3" fmla="*/ 0 w 1881641"/>
                  <a:gd name="connsiteY3" fmla="*/ 0 h 1167493"/>
                  <a:gd name="connsiteX4" fmla="*/ 714149 w 1881641"/>
                  <a:gd name="connsiteY4" fmla="*/ 0 h 1167493"/>
                  <a:gd name="connsiteX5" fmla="*/ 1875614 w 1881641"/>
                  <a:gd name="connsiteY5" fmla="*/ 1048124 h 1167493"/>
                  <a:gd name="connsiteX6" fmla="*/ 1881641 w 1881641"/>
                  <a:gd name="connsiteY6" fmla="*/ 1167473 h 11674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881641" h="1167493">
                    <a:moveTo>
                      <a:pt x="1881641" y="1167473"/>
                    </a:moveTo>
                    <a:lnTo>
                      <a:pt x="1881641" y="1167493"/>
                    </a:lnTo>
                    <a:lnTo>
                      <a:pt x="1167493" y="1167493"/>
                    </a:lnTo>
                    <a:cubicBezTo>
                      <a:pt x="522704" y="1167493"/>
                      <a:pt x="0" y="644789"/>
                      <a:pt x="0" y="0"/>
                    </a:cubicBezTo>
                    <a:lnTo>
                      <a:pt x="714149" y="0"/>
                    </a:lnTo>
                    <a:cubicBezTo>
                      <a:pt x="1318639" y="0"/>
                      <a:pt x="1815827" y="459408"/>
                      <a:pt x="1875614" y="1048124"/>
                    </a:cubicBezTo>
                    <a:lnTo>
                      <a:pt x="1881641" y="1167473"/>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6" name="Freeform 15">
                <a:extLst>
                  <a:ext uri="{FF2B5EF4-FFF2-40B4-BE49-F238E27FC236}">
                    <a16:creationId xmlns:a16="http://schemas.microsoft.com/office/drawing/2014/main" id="{4850B620-49F5-3748-84AF-682555D52792}"/>
                  </a:ext>
                </a:extLst>
              </p:cNvPr>
              <p:cNvSpPr/>
              <p:nvPr userDrawn="1"/>
            </p:nvSpPr>
            <p:spPr>
              <a:xfrm rot="16200000" flipV="1">
                <a:off x="9499940" y="370908"/>
                <a:ext cx="1881641" cy="1167493"/>
              </a:xfrm>
              <a:custGeom>
                <a:avLst/>
                <a:gdLst>
                  <a:gd name="connsiteX0" fmla="*/ 1881641 w 1881641"/>
                  <a:gd name="connsiteY0" fmla="*/ 1167473 h 1167493"/>
                  <a:gd name="connsiteX1" fmla="*/ 1881641 w 1881641"/>
                  <a:gd name="connsiteY1" fmla="*/ 1167493 h 1167493"/>
                  <a:gd name="connsiteX2" fmla="*/ 1167493 w 1881641"/>
                  <a:gd name="connsiteY2" fmla="*/ 1167493 h 1167493"/>
                  <a:gd name="connsiteX3" fmla="*/ 0 w 1881641"/>
                  <a:gd name="connsiteY3" fmla="*/ 0 h 1167493"/>
                  <a:gd name="connsiteX4" fmla="*/ 714149 w 1881641"/>
                  <a:gd name="connsiteY4" fmla="*/ 0 h 1167493"/>
                  <a:gd name="connsiteX5" fmla="*/ 1875614 w 1881641"/>
                  <a:gd name="connsiteY5" fmla="*/ 1048124 h 1167493"/>
                  <a:gd name="connsiteX6" fmla="*/ 1881641 w 1881641"/>
                  <a:gd name="connsiteY6" fmla="*/ 1167473 h 11674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881641" h="1167493">
                    <a:moveTo>
                      <a:pt x="1881641" y="1167473"/>
                    </a:moveTo>
                    <a:lnTo>
                      <a:pt x="1881641" y="1167493"/>
                    </a:lnTo>
                    <a:lnTo>
                      <a:pt x="1167493" y="1167493"/>
                    </a:lnTo>
                    <a:cubicBezTo>
                      <a:pt x="522704" y="1167493"/>
                      <a:pt x="0" y="644789"/>
                      <a:pt x="0" y="0"/>
                    </a:cubicBezTo>
                    <a:lnTo>
                      <a:pt x="714149" y="0"/>
                    </a:lnTo>
                    <a:cubicBezTo>
                      <a:pt x="1318639" y="0"/>
                      <a:pt x="1815827" y="459408"/>
                      <a:pt x="1875614" y="1048124"/>
                    </a:cubicBezTo>
                    <a:lnTo>
                      <a:pt x="1881641" y="1167473"/>
                    </a:lnTo>
                    <a:close/>
                  </a:path>
                </a:pathLst>
              </a:cu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grpSp>
        <p:sp>
          <p:nvSpPr>
            <p:cNvPr id="22" name="Freeform 21">
              <a:extLst>
                <a:ext uri="{FF2B5EF4-FFF2-40B4-BE49-F238E27FC236}">
                  <a16:creationId xmlns:a16="http://schemas.microsoft.com/office/drawing/2014/main" id="{BC68F289-2744-2F48-893A-3F17911625C8}"/>
                </a:ext>
              </a:extLst>
            </p:cNvPr>
            <p:cNvSpPr/>
            <p:nvPr userDrawn="1"/>
          </p:nvSpPr>
          <p:spPr>
            <a:xfrm>
              <a:off x="0" y="-1"/>
              <a:ext cx="1167493" cy="1167493"/>
            </a:xfrm>
            <a:custGeom>
              <a:avLst/>
              <a:gdLst>
                <a:gd name="connsiteX0" fmla="*/ 0 w 862693"/>
                <a:gd name="connsiteY0" fmla="*/ 0 h 862693"/>
                <a:gd name="connsiteX1" fmla="*/ 862693 w 862693"/>
                <a:gd name="connsiteY1" fmla="*/ 0 h 862693"/>
                <a:gd name="connsiteX2" fmla="*/ 0 w 862693"/>
                <a:gd name="connsiteY2" fmla="*/ 862693 h 862693"/>
                <a:gd name="connsiteX3" fmla="*/ 0 w 862693"/>
                <a:gd name="connsiteY3" fmla="*/ 0 h 862693"/>
              </a:gdLst>
              <a:ahLst/>
              <a:cxnLst>
                <a:cxn ang="0">
                  <a:pos x="connsiteX0" y="connsiteY0"/>
                </a:cxn>
                <a:cxn ang="0">
                  <a:pos x="connsiteX1" y="connsiteY1"/>
                </a:cxn>
                <a:cxn ang="0">
                  <a:pos x="connsiteX2" y="connsiteY2"/>
                </a:cxn>
                <a:cxn ang="0">
                  <a:pos x="connsiteX3" y="connsiteY3"/>
                </a:cxn>
              </a:cxnLst>
              <a:rect l="l" t="t" r="r" b="b"/>
              <a:pathLst>
                <a:path w="862693" h="862693">
                  <a:moveTo>
                    <a:pt x="0" y="0"/>
                  </a:moveTo>
                  <a:lnTo>
                    <a:pt x="862693" y="0"/>
                  </a:lnTo>
                  <a:cubicBezTo>
                    <a:pt x="862693" y="476453"/>
                    <a:pt x="476452" y="862693"/>
                    <a:pt x="0" y="862693"/>
                  </a:cubicBezTo>
                  <a:lnTo>
                    <a:pt x="0" y="0"/>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8" name="Freeform 27">
              <a:extLst>
                <a:ext uri="{FF2B5EF4-FFF2-40B4-BE49-F238E27FC236}">
                  <a16:creationId xmlns:a16="http://schemas.microsoft.com/office/drawing/2014/main" id="{9E240E8A-950E-7946-826C-415CB5DACA43}"/>
                </a:ext>
              </a:extLst>
            </p:cNvPr>
            <p:cNvSpPr/>
            <p:nvPr userDrawn="1"/>
          </p:nvSpPr>
          <p:spPr>
            <a:xfrm>
              <a:off x="11024507" y="4580708"/>
              <a:ext cx="1167493" cy="2277292"/>
            </a:xfrm>
            <a:custGeom>
              <a:avLst/>
              <a:gdLst>
                <a:gd name="connsiteX0" fmla="*/ 1167473 w 1167493"/>
                <a:gd name="connsiteY0" fmla="*/ 0 h 2272167"/>
                <a:gd name="connsiteX1" fmla="*/ 1167493 w 1167493"/>
                <a:gd name="connsiteY1" fmla="*/ 0 h 2272167"/>
                <a:gd name="connsiteX2" fmla="*/ 1167493 w 1167493"/>
                <a:gd name="connsiteY2" fmla="*/ 492960 h 2272167"/>
                <a:gd name="connsiteX3" fmla="*/ 1167493 w 1167493"/>
                <a:gd name="connsiteY3" fmla="*/ 720385 h 2272167"/>
                <a:gd name="connsiteX4" fmla="*/ 1167493 w 1167493"/>
                <a:gd name="connsiteY4" fmla="*/ 2272167 h 2272167"/>
                <a:gd name="connsiteX5" fmla="*/ 0 w 1167493"/>
                <a:gd name="connsiteY5" fmla="*/ 2272167 h 2272167"/>
                <a:gd name="connsiteX6" fmla="*/ 0 w 1167493"/>
                <a:gd name="connsiteY6" fmla="*/ 1898074 h 2272167"/>
                <a:gd name="connsiteX7" fmla="*/ 0 w 1167493"/>
                <a:gd name="connsiteY7" fmla="*/ 1271597 h 2272167"/>
                <a:gd name="connsiteX8" fmla="*/ 0 w 1167493"/>
                <a:gd name="connsiteY8" fmla="*/ 1177688 h 2272167"/>
                <a:gd name="connsiteX9" fmla="*/ 1048124 w 1167493"/>
                <a:gd name="connsiteY9" fmla="*/ 6080 h 2272167"/>
                <a:gd name="connsiteX10" fmla="*/ 1167473 w 1167493"/>
                <a:gd name="connsiteY10" fmla="*/ 0 h 22721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167493" h="2272167">
                  <a:moveTo>
                    <a:pt x="1167473" y="0"/>
                  </a:moveTo>
                  <a:lnTo>
                    <a:pt x="1167493" y="0"/>
                  </a:lnTo>
                  <a:lnTo>
                    <a:pt x="1167493" y="492960"/>
                  </a:lnTo>
                  <a:lnTo>
                    <a:pt x="1167493" y="720385"/>
                  </a:lnTo>
                  <a:lnTo>
                    <a:pt x="1167493" y="2272167"/>
                  </a:lnTo>
                  <a:lnTo>
                    <a:pt x="0" y="2272167"/>
                  </a:lnTo>
                  <a:lnTo>
                    <a:pt x="0" y="1898074"/>
                  </a:lnTo>
                  <a:lnTo>
                    <a:pt x="0" y="1271597"/>
                  </a:lnTo>
                  <a:lnTo>
                    <a:pt x="0" y="1177688"/>
                  </a:lnTo>
                  <a:cubicBezTo>
                    <a:pt x="0" y="567919"/>
                    <a:pt x="459408" y="66389"/>
                    <a:pt x="1048124" y="6080"/>
                  </a:cubicBezTo>
                  <a:lnTo>
                    <a:pt x="1167473" y="0"/>
                  </a:ln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grpSp>
      <p:sp>
        <p:nvSpPr>
          <p:cNvPr id="2" name="Title 1">
            <a:extLst>
              <a:ext uri="{FF2B5EF4-FFF2-40B4-BE49-F238E27FC236}">
                <a16:creationId xmlns:a16="http://schemas.microsoft.com/office/drawing/2014/main" id="{494248F2-5264-4601-AA0B-6C092F77F2DD}"/>
              </a:ext>
            </a:extLst>
          </p:cNvPr>
          <p:cNvSpPr>
            <a:spLocks noGrp="1"/>
          </p:cNvSpPr>
          <p:nvPr>
            <p:ph type="ctrTitle" hasCustomPrompt="1"/>
          </p:nvPr>
        </p:nvSpPr>
        <p:spPr>
          <a:xfrm>
            <a:off x="1167493" y="232913"/>
            <a:ext cx="7096933" cy="3830130"/>
          </a:xfrm>
        </p:spPr>
        <p:txBody>
          <a:bodyPr anchor="b">
            <a:noAutofit/>
          </a:bodyPr>
          <a:lstStyle>
            <a:lvl1pPr algn="l">
              <a:defRPr sz="6000" b="1">
                <a:latin typeface="+mj-lt"/>
              </a:defRPr>
            </a:lvl1pPr>
          </a:lstStyle>
          <a:p>
            <a:r>
              <a:rPr lang="en-US"/>
              <a:t>Click to add title</a:t>
            </a:r>
          </a:p>
        </p:txBody>
      </p:sp>
    </p:spTree>
    <p:extLst>
      <p:ext uri="{BB962C8B-B14F-4D97-AF65-F5344CB8AC3E}">
        <p14:creationId xmlns:p14="http://schemas.microsoft.com/office/powerpoint/2010/main" val="291649857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grpSp>
        <p:nvGrpSpPr>
          <p:cNvPr id="13" name="Group 12">
            <a:extLst>
              <a:ext uri="{FF2B5EF4-FFF2-40B4-BE49-F238E27FC236}">
                <a16:creationId xmlns:a16="http://schemas.microsoft.com/office/drawing/2014/main" id="{AC10D125-AB73-D276-4947-94204736A30D}"/>
              </a:ext>
              <a:ext uri="{C183D7F6-B498-43B3-948B-1728B52AA6E4}">
                <adec:decorative xmlns:adec="http://schemas.microsoft.com/office/drawing/2017/decorative" val="1"/>
              </a:ext>
            </a:extLst>
          </p:cNvPr>
          <p:cNvGrpSpPr/>
          <p:nvPr userDrawn="1"/>
        </p:nvGrpSpPr>
        <p:grpSpPr>
          <a:xfrm>
            <a:off x="1" y="0"/>
            <a:ext cx="12191999" cy="6858000"/>
            <a:chOff x="1" y="0"/>
            <a:chExt cx="12191999" cy="6858000"/>
          </a:xfrm>
        </p:grpSpPr>
        <p:sp>
          <p:nvSpPr>
            <p:cNvPr id="4" name="Freeform 3">
              <a:extLst>
                <a:ext uri="{FF2B5EF4-FFF2-40B4-BE49-F238E27FC236}">
                  <a16:creationId xmlns:a16="http://schemas.microsoft.com/office/drawing/2014/main" id="{6A7F6A3F-E1DD-A246-9A6D-5F9B18BA2588}"/>
                </a:ext>
                <a:ext uri="{C183D7F6-B498-43B3-948B-1728B52AA6E4}">
                  <adec:decorative xmlns:adec="http://schemas.microsoft.com/office/drawing/2017/decorative" val="1"/>
                </a:ext>
              </a:extLst>
            </p:cNvPr>
            <p:cNvSpPr/>
            <p:nvPr userDrawn="1"/>
          </p:nvSpPr>
          <p:spPr>
            <a:xfrm flipH="1">
              <a:off x="8580896" y="1"/>
              <a:ext cx="3611104" cy="3611104"/>
            </a:xfrm>
            <a:custGeom>
              <a:avLst/>
              <a:gdLst>
                <a:gd name="connsiteX0" fmla="*/ 0 w 1167493"/>
                <a:gd name="connsiteY0" fmla="*/ 0 h 1167493"/>
                <a:gd name="connsiteX1" fmla="*/ 1167493 w 1167493"/>
                <a:gd name="connsiteY1" fmla="*/ 0 h 1167493"/>
                <a:gd name="connsiteX2" fmla="*/ 0 w 1167493"/>
                <a:gd name="connsiteY2" fmla="*/ 1167493 h 1167493"/>
                <a:gd name="connsiteX3" fmla="*/ 0 w 1167493"/>
                <a:gd name="connsiteY3" fmla="*/ 0 h 1167493"/>
              </a:gdLst>
              <a:ahLst/>
              <a:cxnLst>
                <a:cxn ang="0">
                  <a:pos x="connsiteX0" y="connsiteY0"/>
                </a:cxn>
                <a:cxn ang="0">
                  <a:pos x="connsiteX1" y="connsiteY1"/>
                </a:cxn>
                <a:cxn ang="0">
                  <a:pos x="connsiteX2" y="connsiteY2"/>
                </a:cxn>
                <a:cxn ang="0">
                  <a:pos x="connsiteX3" y="connsiteY3"/>
                </a:cxn>
              </a:cxnLst>
              <a:rect l="l" t="t" r="r" b="b"/>
              <a:pathLst>
                <a:path w="1167493" h="1167493">
                  <a:moveTo>
                    <a:pt x="0" y="0"/>
                  </a:moveTo>
                  <a:lnTo>
                    <a:pt x="1167493" y="0"/>
                  </a:lnTo>
                  <a:cubicBezTo>
                    <a:pt x="522704" y="0"/>
                    <a:pt x="0" y="522704"/>
                    <a:pt x="0" y="1167493"/>
                  </a:cubicBezTo>
                  <a:lnTo>
                    <a:pt x="0" y="0"/>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5" name="Freeform 4">
              <a:extLst>
                <a:ext uri="{FF2B5EF4-FFF2-40B4-BE49-F238E27FC236}">
                  <a16:creationId xmlns:a16="http://schemas.microsoft.com/office/drawing/2014/main" id="{055FD0FC-C8FF-6741-A364-A29CDC6F9495}"/>
                </a:ext>
                <a:ext uri="{C183D7F6-B498-43B3-948B-1728B52AA6E4}">
                  <adec:decorative xmlns:adec="http://schemas.microsoft.com/office/drawing/2017/decorative" val="1"/>
                </a:ext>
              </a:extLst>
            </p:cNvPr>
            <p:cNvSpPr/>
            <p:nvPr userDrawn="1"/>
          </p:nvSpPr>
          <p:spPr>
            <a:xfrm flipH="1">
              <a:off x="8580896" y="3246896"/>
              <a:ext cx="3611104" cy="3611104"/>
            </a:xfrm>
            <a:custGeom>
              <a:avLst/>
              <a:gdLst>
                <a:gd name="connsiteX0" fmla="*/ 0 w 1167493"/>
                <a:gd name="connsiteY0" fmla="*/ 0 h 1167493"/>
                <a:gd name="connsiteX1" fmla="*/ 1167493 w 1167493"/>
                <a:gd name="connsiteY1" fmla="*/ 1167493 h 1167493"/>
                <a:gd name="connsiteX2" fmla="*/ 0 w 1167493"/>
                <a:gd name="connsiteY2" fmla="*/ 1167493 h 1167493"/>
                <a:gd name="connsiteX3" fmla="*/ 0 w 1167493"/>
                <a:gd name="connsiteY3" fmla="*/ 0 h 1167493"/>
              </a:gdLst>
              <a:ahLst/>
              <a:cxnLst>
                <a:cxn ang="0">
                  <a:pos x="connsiteX0" y="connsiteY0"/>
                </a:cxn>
                <a:cxn ang="0">
                  <a:pos x="connsiteX1" y="connsiteY1"/>
                </a:cxn>
                <a:cxn ang="0">
                  <a:pos x="connsiteX2" y="connsiteY2"/>
                </a:cxn>
                <a:cxn ang="0">
                  <a:pos x="connsiteX3" y="connsiteY3"/>
                </a:cxn>
              </a:cxnLst>
              <a:rect l="l" t="t" r="r" b="b"/>
              <a:pathLst>
                <a:path w="1167493" h="1167493">
                  <a:moveTo>
                    <a:pt x="0" y="0"/>
                  </a:moveTo>
                  <a:cubicBezTo>
                    <a:pt x="0" y="644789"/>
                    <a:pt x="522704" y="1167493"/>
                    <a:pt x="1167493" y="1167493"/>
                  </a:cubicBezTo>
                  <a:lnTo>
                    <a:pt x="0" y="1167493"/>
                  </a:lnTo>
                  <a:lnTo>
                    <a:pt x="0" y="0"/>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latin typeface="+mn-lt"/>
              </a:endParaRPr>
            </a:p>
          </p:txBody>
        </p:sp>
        <p:sp>
          <p:nvSpPr>
            <p:cNvPr id="6" name="Freeform 5">
              <a:extLst>
                <a:ext uri="{FF2B5EF4-FFF2-40B4-BE49-F238E27FC236}">
                  <a16:creationId xmlns:a16="http://schemas.microsoft.com/office/drawing/2014/main" id="{D11C9832-A021-954E-A34F-2988D1189AE9}"/>
                </a:ext>
                <a:ext uri="{C183D7F6-B498-43B3-948B-1728B52AA6E4}">
                  <adec:decorative xmlns:adec="http://schemas.microsoft.com/office/drawing/2017/decorative" val="1"/>
                </a:ext>
              </a:extLst>
            </p:cNvPr>
            <p:cNvSpPr/>
            <p:nvPr userDrawn="1"/>
          </p:nvSpPr>
          <p:spPr>
            <a:xfrm>
              <a:off x="1" y="0"/>
              <a:ext cx="933856" cy="933856"/>
            </a:xfrm>
            <a:custGeom>
              <a:avLst/>
              <a:gdLst>
                <a:gd name="connsiteX0" fmla="*/ 0 w 862693"/>
                <a:gd name="connsiteY0" fmla="*/ 0 h 862693"/>
                <a:gd name="connsiteX1" fmla="*/ 862693 w 862693"/>
                <a:gd name="connsiteY1" fmla="*/ 0 h 862693"/>
                <a:gd name="connsiteX2" fmla="*/ 0 w 862693"/>
                <a:gd name="connsiteY2" fmla="*/ 862693 h 862693"/>
                <a:gd name="connsiteX3" fmla="*/ 0 w 862693"/>
                <a:gd name="connsiteY3" fmla="*/ 0 h 862693"/>
              </a:gdLst>
              <a:ahLst/>
              <a:cxnLst>
                <a:cxn ang="0">
                  <a:pos x="connsiteX0" y="connsiteY0"/>
                </a:cxn>
                <a:cxn ang="0">
                  <a:pos x="connsiteX1" y="connsiteY1"/>
                </a:cxn>
                <a:cxn ang="0">
                  <a:pos x="connsiteX2" y="connsiteY2"/>
                </a:cxn>
                <a:cxn ang="0">
                  <a:pos x="connsiteX3" y="connsiteY3"/>
                </a:cxn>
              </a:cxnLst>
              <a:rect l="l" t="t" r="r" b="b"/>
              <a:pathLst>
                <a:path w="862693" h="862693">
                  <a:moveTo>
                    <a:pt x="0" y="0"/>
                  </a:moveTo>
                  <a:lnTo>
                    <a:pt x="862693" y="0"/>
                  </a:lnTo>
                  <a:cubicBezTo>
                    <a:pt x="862693" y="476453"/>
                    <a:pt x="476452" y="862693"/>
                    <a:pt x="0" y="862693"/>
                  </a:cubicBezTo>
                  <a:lnTo>
                    <a:pt x="0" y="0"/>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grpSp>
          <p:nvGrpSpPr>
            <p:cNvPr id="9" name="Group 8">
              <a:extLst>
                <a:ext uri="{FF2B5EF4-FFF2-40B4-BE49-F238E27FC236}">
                  <a16:creationId xmlns:a16="http://schemas.microsoft.com/office/drawing/2014/main" id="{9861BC34-DFBF-2D4F-B463-FCFBC08391FF}"/>
                </a:ext>
                <a:ext uri="{C183D7F6-B498-43B3-948B-1728B52AA6E4}">
                  <adec:decorative xmlns:adec="http://schemas.microsoft.com/office/drawing/2017/decorative" val="1"/>
                </a:ext>
              </a:extLst>
            </p:cNvPr>
            <p:cNvGrpSpPr/>
            <p:nvPr userDrawn="1"/>
          </p:nvGrpSpPr>
          <p:grpSpPr>
            <a:xfrm>
              <a:off x="8082092" y="5590903"/>
              <a:ext cx="1572380" cy="1267097"/>
              <a:chOff x="7413403" y="4976359"/>
              <a:chExt cx="2334986" cy="1881641"/>
            </a:xfrm>
          </p:grpSpPr>
          <p:sp>
            <p:nvSpPr>
              <p:cNvPr id="7" name="Freeform 6">
                <a:extLst>
                  <a:ext uri="{FF2B5EF4-FFF2-40B4-BE49-F238E27FC236}">
                    <a16:creationId xmlns:a16="http://schemas.microsoft.com/office/drawing/2014/main" id="{55C37C19-F268-4A43-A0D4-3B1B38D48952}"/>
                  </a:ext>
                </a:extLst>
              </p:cNvPr>
              <p:cNvSpPr/>
              <p:nvPr userDrawn="1"/>
            </p:nvSpPr>
            <p:spPr>
              <a:xfrm rot="5400000" flipH="1" flipV="1">
                <a:off x="8223822" y="5333433"/>
                <a:ext cx="1881641" cy="1167493"/>
              </a:xfrm>
              <a:custGeom>
                <a:avLst/>
                <a:gdLst>
                  <a:gd name="connsiteX0" fmla="*/ 1881641 w 1881641"/>
                  <a:gd name="connsiteY0" fmla="*/ 1167473 h 1167493"/>
                  <a:gd name="connsiteX1" fmla="*/ 1881641 w 1881641"/>
                  <a:gd name="connsiteY1" fmla="*/ 1167493 h 1167493"/>
                  <a:gd name="connsiteX2" fmla="*/ 1167493 w 1881641"/>
                  <a:gd name="connsiteY2" fmla="*/ 1167493 h 1167493"/>
                  <a:gd name="connsiteX3" fmla="*/ 0 w 1881641"/>
                  <a:gd name="connsiteY3" fmla="*/ 0 h 1167493"/>
                  <a:gd name="connsiteX4" fmla="*/ 714149 w 1881641"/>
                  <a:gd name="connsiteY4" fmla="*/ 0 h 1167493"/>
                  <a:gd name="connsiteX5" fmla="*/ 1875614 w 1881641"/>
                  <a:gd name="connsiteY5" fmla="*/ 1048124 h 1167493"/>
                  <a:gd name="connsiteX6" fmla="*/ 1881641 w 1881641"/>
                  <a:gd name="connsiteY6" fmla="*/ 1167473 h 11674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881641" h="1167493">
                    <a:moveTo>
                      <a:pt x="1881641" y="1167473"/>
                    </a:moveTo>
                    <a:lnTo>
                      <a:pt x="1881641" y="1167493"/>
                    </a:lnTo>
                    <a:lnTo>
                      <a:pt x="1167493" y="1167493"/>
                    </a:lnTo>
                    <a:cubicBezTo>
                      <a:pt x="522704" y="1167493"/>
                      <a:pt x="0" y="644789"/>
                      <a:pt x="0" y="0"/>
                    </a:cubicBezTo>
                    <a:lnTo>
                      <a:pt x="714149" y="0"/>
                    </a:lnTo>
                    <a:cubicBezTo>
                      <a:pt x="1318639" y="0"/>
                      <a:pt x="1815827" y="459408"/>
                      <a:pt x="1875614" y="1048124"/>
                    </a:cubicBezTo>
                    <a:lnTo>
                      <a:pt x="1881641" y="1167473"/>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latin typeface="+mn-lt"/>
                </a:endParaRPr>
              </a:p>
            </p:txBody>
          </p:sp>
          <p:sp>
            <p:nvSpPr>
              <p:cNvPr id="8" name="Freeform 7">
                <a:extLst>
                  <a:ext uri="{FF2B5EF4-FFF2-40B4-BE49-F238E27FC236}">
                    <a16:creationId xmlns:a16="http://schemas.microsoft.com/office/drawing/2014/main" id="{E4F760E5-9D5D-E44F-AEBF-20CA8DE87D11}"/>
                  </a:ext>
                </a:extLst>
              </p:cNvPr>
              <p:cNvSpPr/>
              <p:nvPr userDrawn="1"/>
            </p:nvSpPr>
            <p:spPr>
              <a:xfrm rot="16200000" flipV="1">
                <a:off x="7056329" y="5333433"/>
                <a:ext cx="1881641" cy="1167493"/>
              </a:xfrm>
              <a:custGeom>
                <a:avLst/>
                <a:gdLst>
                  <a:gd name="connsiteX0" fmla="*/ 1881641 w 1881641"/>
                  <a:gd name="connsiteY0" fmla="*/ 1167473 h 1167493"/>
                  <a:gd name="connsiteX1" fmla="*/ 1881641 w 1881641"/>
                  <a:gd name="connsiteY1" fmla="*/ 1167493 h 1167493"/>
                  <a:gd name="connsiteX2" fmla="*/ 1167493 w 1881641"/>
                  <a:gd name="connsiteY2" fmla="*/ 1167493 h 1167493"/>
                  <a:gd name="connsiteX3" fmla="*/ 0 w 1881641"/>
                  <a:gd name="connsiteY3" fmla="*/ 0 h 1167493"/>
                  <a:gd name="connsiteX4" fmla="*/ 714149 w 1881641"/>
                  <a:gd name="connsiteY4" fmla="*/ 0 h 1167493"/>
                  <a:gd name="connsiteX5" fmla="*/ 1875614 w 1881641"/>
                  <a:gd name="connsiteY5" fmla="*/ 1048124 h 1167493"/>
                  <a:gd name="connsiteX6" fmla="*/ 1881641 w 1881641"/>
                  <a:gd name="connsiteY6" fmla="*/ 1167473 h 11674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881641" h="1167493">
                    <a:moveTo>
                      <a:pt x="1881641" y="1167473"/>
                    </a:moveTo>
                    <a:lnTo>
                      <a:pt x="1881641" y="1167493"/>
                    </a:lnTo>
                    <a:lnTo>
                      <a:pt x="1167493" y="1167493"/>
                    </a:lnTo>
                    <a:cubicBezTo>
                      <a:pt x="522704" y="1167493"/>
                      <a:pt x="0" y="644789"/>
                      <a:pt x="0" y="0"/>
                    </a:cubicBezTo>
                    <a:lnTo>
                      <a:pt x="714149" y="0"/>
                    </a:lnTo>
                    <a:cubicBezTo>
                      <a:pt x="1318639" y="0"/>
                      <a:pt x="1815827" y="459408"/>
                      <a:pt x="1875614" y="1048124"/>
                    </a:cubicBezTo>
                    <a:lnTo>
                      <a:pt x="1881641" y="1167473"/>
                    </a:lnTo>
                    <a:close/>
                  </a:path>
                </a:pathLst>
              </a:cu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latin typeface="+mn-lt"/>
                </a:endParaRPr>
              </a:p>
            </p:txBody>
          </p:sp>
        </p:grpSp>
      </p:grpSp>
      <p:sp>
        <p:nvSpPr>
          <p:cNvPr id="2" name="Title 1">
            <a:extLst>
              <a:ext uri="{FF2B5EF4-FFF2-40B4-BE49-F238E27FC236}">
                <a16:creationId xmlns:a16="http://schemas.microsoft.com/office/drawing/2014/main" id="{3CD97974-B93C-4C96-B3F6-F69E3D6DE6CA}"/>
              </a:ext>
            </a:extLst>
          </p:cNvPr>
          <p:cNvSpPr>
            <a:spLocks noGrp="1"/>
          </p:cNvSpPr>
          <p:nvPr>
            <p:ph type="title" hasCustomPrompt="1"/>
          </p:nvPr>
        </p:nvSpPr>
        <p:spPr>
          <a:xfrm>
            <a:off x="1158864" y="102021"/>
            <a:ext cx="9779183" cy="1744415"/>
          </a:xfrm>
        </p:spPr>
        <p:txBody>
          <a:bodyPr anchor="b">
            <a:noAutofit/>
          </a:bodyPr>
          <a:lstStyle>
            <a:lvl1pPr>
              <a:defRPr sz="4200" b="1">
                <a:latin typeface="+mj-lt"/>
              </a:defRPr>
            </a:lvl1pPr>
          </a:lstStyle>
          <a:p>
            <a:r>
              <a:rPr lang="en-US"/>
              <a:t>Click to add title</a:t>
            </a:r>
          </a:p>
        </p:txBody>
      </p:sp>
      <p:sp>
        <p:nvSpPr>
          <p:cNvPr id="3" name="Content Placeholder 2">
            <a:extLst>
              <a:ext uri="{FF2B5EF4-FFF2-40B4-BE49-F238E27FC236}">
                <a16:creationId xmlns:a16="http://schemas.microsoft.com/office/drawing/2014/main" id="{8A6FC6F2-80B4-49A7-9448-33FE2DF0E967}"/>
              </a:ext>
            </a:extLst>
          </p:cNvPr>
          <p:cNvSpPr>
            <a:spLocks noGrp="1"/>
          </p:cNvSpPr>
          <p:nvPr>
            <p:ph idx="1" hasCustomPrompt="1"/>
          </p:nvPr>
        </p:nvSpPr>
        <p:spPr>
          <a:xfrm>
            <a:off x="1158865" y="2017467"/>
            <a:ext cx="9779182" cy="3366815"/>
          </a:xfrm>
        </p:spPr>
        <p:txBody>
          <a:bodyPr>
            <a:normAutofit/>
          </a:bodyPr>
          <a:lstStyle>
            <a:lvl1pPr marL="0" indent="0">
              <a:buNone/>
              <a:defRPr>
                <a:latin typeface="+mn-lt"/>
              </a:defRPr>
            </a:lvl1pPr>
            <a:lvl2pPr marL="457200" indent="0">
              <a:buNone/>
              <a:defRPr>
                <a:latin typeface="+mn-lt"/>
              </a:defRPr>
            </a:lvl2pPr>
            <a:lvl3pPr marL="914400" indent="0">
              <a:buNone/>
              <a:defRPr>
                <a:latin typeface="+mn-lt"/>
              </a:defRPr>
            </a:lvl3pPr>
            <a:lvl4pPr marL="1371600" indent="0">
              <a:buNone/>
              <a:defRPr>
                <a:latin typeface="+mn-lt"/>
              </a:defRPr>
            </a:lvl4pPr>
            <a:lvl5pPr marL="1828800" indent="0">
              <a:buNone/>
              <a:defRPr>
                <a:latin typeface="+mn-lt"/>
              </a:defRPr>
            </a:lvl5pPr>
          </a:lstStyle>
          <a:p>
            <a:pPr lvl="0"/>
            <a:r>
              <a:rPr lang="en-US"/>
              <a:t>Click to add text</a:t>
            </a:r>
          </a:p>
          <a:p>
            <a:pPr lvl="1"/>
            <a:r>
              <a:rPr lang="en-US"/>
              <a:t>Second level</a:t>
            </a:r>
          </a:p>
          <a:p>
            <a:pPr lvl="2"/>
            <a:r>
              <a:rPr lang="en-US"/>
              <a:t>Third level</a:t>
            </a:r>
          </a:p>
          <a:p>
            <a:pPr lvl="3"/>
            <a:r>
              <a:rPr lang="en-US"/>
              <a:t>Fourth level</a:t>
            </a:r>
          </a:p>
          <a:p>
            <a:pPr lvl="4"/>
            <a:r>
              <a:rPr lang="en-US"/>
              <a:t>Fifth level</a:t>
            </a:r>
          </a:p>
        </p:txBody>
      </p:sp>
      <p:sp>
        <p:nvSpPr>
          <p:cNvPr id="10" name="Date Placeholder 3">
            <a:extLst>
              <a:ext uri="{FF2B5EF4-FFF2-40B4-BE49-F238E27FC236}">
                <a16:creationId xmlns:a16="http://schemas.microsoft.com/office/drawing/2014/main" id="{7536C149-3EFE-A94E-902D-57CED00B2C0F}"/>
              </a:ext>
            </a:extLst>
          </p:cNvPr>
          <p:cNvSpPr>
            <a:spLocks noGrp="1"/>
          </p:cNvSpPr>
          <p:nvPr>
            <p:ph type="dt" sz="half" idx="2"/>
          </p:nvPr>
        </p:nvSpPr>
        <p:spPr>
          <a:xfrm>
            <a:off x="381000" y="6356350"/>
            <a:ext cx="2743200" cy="365125"/>
          </a:xfrm>
          <a:prstGeom prst="rect">
            <a:avLst/>
          </a:prstGeom>
        </p:spPr>
        <p:txBody>
          <a:bodyPr vert="horz" lIns="91440" tIns="45720" rIns="91440" bIns="45720" rtlCol="0" anchor="ctr">
            <a:noAutofit/>
          </a:bodyPr>
          <a:lstStyle>
            <a:lvl1pPr algn="l">
              <a:defRPr sz="1200">
                <a:solidFill>
                  <a:schemeClr val="accent3"/>
                </a:solidFill>
                <a:latin typeface="+mn-lt"/>
              </a:defRPr>
            </a:lvl1pPr>
          </a:lstStyle>
          <a:p>
            <a:r>
              <a:rPr lang="en-US"/>
              <a:t>9/8/20XX</a:t>
            </a:r>
          </a:p>
        </p:txBody>
      </p:sp>
      <p:sp>
        <p:nvSpPr>
          <p:cNvPr id="11" name="Footer Placeholder 4">
            <a:extLst>
              <a:ext uri="{FF2B5EF4-FFF2-40B4-BE49-F238E27FC236}">
                <a16:creationId xmlns:a16="http://schemas.microsoft.com/office/drawing/2014/main" id="{53CA1E78-F17D-F34D-9F81-0DBF44F37894}"/>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noAutofit/>
          </a:bodyPr>
          <a:lstStyle>
            <a:lvl1pPr algn="ctr">
              <a:defRPr sz="1200">
                <a:solidFill>
                  <a:schemeClr val="accent3"/>
                </a:solidFill>
                <a:latin typeface="+mn-lt"/>
              </a:defRPr>
            </a:lvl1pPr>
          </a:lstStyle>
          <a:p>
            <a:endParaRPr lang="en-US"/>
          </a:p>
        </p:txBody>
      </p:sp>
      <p:sp>
        <p:nvSpPr>
          <p:cNvPr id="12" name="Slide Number Placeholder 5">
            <a:extLst>
              <a:ext uri="{FF2B5EF4-FFF2-40B4-BE49-F238E27FC236}">
                <a16:creationId xmlns:a16="http://schemas.microsoft.com/office/drawing/2014/main" id="{1FE54918-A625-F64F-A42E-A427E9B2D489}"/>
              </a:ext>
            </a:extLst>
          </p:cNvPr>
          <p:cNvSpPr>
            <a:spLocks noGrp="1"/>
          </p:cNvSpPr>
          <p:nvPr>
            <p:ph type="sldNum" sz="quarter" idx="4"/>
          </p:nvPr>
        </p:nvSpPr>
        <p:spPr>
          <a:xfrm>
            <a:off x="10153276" y="6356350"/>
            <a:ext cx="1657723" cy="365125"/>
          </a:xfrm>
          <a:prstGeom prst="rect">
            <a:avLst/>
          </a:prstGeom>
        </p:spPr>
        <p:txBody>
          <a:bodyPr vert="horz" lIns="91440" tIns="45720" rIns="91440" bIns="45720" rtlCol="0" anchor="ctr">
            <a:noAutofit/>
          </a:bodyPr>
          <a:lstStyle>
            <a:lvl1pPr algn="r">
              <a:defRPr sz="1200">
                <a:solidFill>
                  <a:schemeClr val="accent2"/>
                </a:solidFill>
                <a:latin typeface="+mn-lt"/>
              </a:defRPr>
            </a:lvl1pPr>
          </a:lstStyle>
          <a:p>
            <a:fld id="{294A09A9-5501-47C1-A89A-A340965A2BE2}" type="slidenum">
              <a:rPr lang="en-US" smtClean="0"/>
              <a:pPr/>
              <a:t>‹#›</a:t>
            </a:fld>
            <a:endParaRPr lang="en-US"/>
          </a:p>
        </p:txBody>
      </p:sp>
    </p:spTree>
    <p:extLst>
      <p:ext uri="{BB962C8B-B14F-4D97-AF65-F5344CB8AC3E}">
        <p14:creationId xmlns:p14="http://schemas.microsoft.com/office/powerpoint/2010/main" val="278227127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userDrawn="1">
  <p:cSld name="Title and Right Image">
    <p:spTree>
      <p:nvGrpSpPr>
        <p:cNvPr id="1" name=""/>
        <p:cNvGrpSpPr/>
        <p:nvPr/>
      </p:nvGrpSpPr>
      <p:grpSpPr>
        <a:xfrm>
          <a:off x="0" y="0"/>
          <a:ext cx="0" cy="0"/>
          <a:chOff x="0" y="0"/>
          <a:chExt cx="0" cy="0"/>
        </a:xfrm>
      </p:grpSpPr>
      <p:grpSp>
        <p:nvGrpSpPr>
          <p:cNvPr id="13" name="Group 12">
            <a:extLst>
              <a:ext uri="{FF2B5EF4-FFF2-40B4-BE49-F238E27FC236}">
                <a16:creationId xmlns:a16="http://schemas.microsoft.com/office/drawing/2014/main" id="{AC10D125-AB73-D276-4947-94204736A30D}"/>
              </a:ext>
              <a:ext uri="{C183D7F6-B498-43B3-948B-1728B52AA6E4}">
                <adec:decorative xmlns:adec="http://schemas.microsoft.com/office/drawing/2017/decorative" val="1"/>
              </a:ext>
            </a:extLst>
          </p:cNvPr>
          <p:cNvGrpSpPr/>
          <p:nvPr userDrawn="1"/>
        </p:nvGrpSpPr>
        <p:grpSpPr>
          <a:xfrm flipH="1">
            <a:off x="1" y="0"/>
            <a:ext cx="12191999" cy="6858000"/>
            <a:chOff x="1" y="0"/>
            <a:chExt cx="12191999" cy="6858000"/>
          </a:xfrm>
        </p:grpSpPr>
        <p:sp>
          <p:nvSpPr>
            <p:cNvPr id="4" name="Freeform 3">
              <a:extLst>
                <a:ext uri="{FF2B5EF4-FFF2-40B4-BE49-F238E27FC236}">
                  <a16:creationId xmlns:a16="http://schemas.microsoft.com/office/drawing/2014/main" id="{6A7F6A3F-E1DD-A246-9A6D-5F9B18BA2588}"/>
                </a:ext>
                <a:ext uri="{C183D7F6-B498-43B3-948B-1728B52AA6E4}">
                  <adec:decorative xmlns:adec="http://schemas.microsoft.com/office/drawing/2017/decorative" val="1"/>
                </a:ext>
              </a:extLst>
            </p:cNvPr>
            <p:cNvSpPr/>
            <p:nvPr userDrawn="1"/>
          </p:nvSpPr>
          <p:spPr>
            <a:xfrm flipH="1">
              <a:off x="8580896" y="1"/>
              <a:ext cx="3611104" cy="3611104"/>
            </a:xfrm>
            <a:custGeom>
              <a:avLst/>
              <a:gdLst>
                <a:gd name="connsiteX0" fmla="*/ 0 w 1167493"/>
                <a:gd name="connsiteY0" fmla="*/ 0 h 1167493"/>
                <a:gd name="connsiteX1" fmla="*/ 1167493 w 1167493"/>
                <a:gd name="connsiteY1" fmla="*/ 0 h 1167493"/>
                <a:gd name="connsiteX2" fmla="*/ 0 w 1167493"/>
                <a:gd name="connsiteY2" fmla="*/ 1167493 h 1167493"/>
                <a:gd name="connsiteX3" fmla="*/ 0 w 1167493"/>
                <a:gd name="connsiteY3" fmla="*/ 0 h 1167493"/>
              </a:gdLst>
              <a:ahLst/>
              <a:cxnLst>
                <a:cxn ang="0">
                  <a:pos x="connsiteX0" y="connsiteY0"/>
                </a:cxn>
                <a:cxn ang="0">
                  <a:pos x="connsiteX1" y="connsiteY1"/>
                </a:cxn>
                <a:cxn ang="0">
                  <a:pos x="connsiteX2" y="connsiteY2"/>
                </a:cxn>
                <a:cxn ang="0">
                  <a:pos x="connsiteX3" y="connsiteY3"/>
                </a:cxn>
              </a:cxnLst>
              <a:rect l="l" t="t" r="r" b="b"/>
              <a:pathLst>
                <a:path w="1167493" h="1167493">
                  <a:moveTo>
                    <a:pt x="0" y="0"/>
                  </a:moveTo>
                  <a:lnTo>
                    <a:pt x="1167493" y="0"/>
                  </a:lnTo>
                  <a:cubicBezTo>
                    <a:pt x="522704" y="0"/>
                    <a:pt x="0" y="522704"/>
                    <a:pt x="0" y="1167493"/>
                  </a:cubicBezTo>
                  <a:lnTo>
                    <a:pt x="0" y="0"/>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5" name="Freeform 4">
              <a:extLst>
                <a:ext uri="{FF2B5EF4-FFF2-40B4-BE49-F238E27FC236}">
                  <a16:creationId xmlns:a16="http://schemas.microsoft.com/office/drawing/2014/main" id="{055FD0FC-C8FF-6741-A364-A29CDC6F9495}"/>
                </a:ext>
                <a:ext uri="{C183D7F6-B498-43B3-948B-1728B52AA6E4}">
                  <adec:decorative xmlns:adec="http://schemas.microsoft.com/office/drawing/2017/decorative" val="1"/>
                </a:ext>
              </a:extLst>
            </p:cNvPr>
            <p:cNvSpPr/>
            <p:nvPr userDrawn="1"/>
          </p:nvSpPr>
          <p:spPr>
            <a:xfrm flipH="1">
              <a:off x="8580896" y="3246896"/>
              <a:ext cx="3611104" cy="3611104"/>
            </a:xfrm>
            <a:custGeom>
              <a:avLst/>
              <a:gdLst>
                <a:gd name="connsiteX0" fmla="*/ 0 w 1167493"/>
                <a:gd name="connsiteY0" fmla="*/ 0 h 1167493"/>
                <a:gd name="connsiteX1" fmla="*/ 1167493 w 1167493"/>
                <a:gd name="connsiteY1" fmla="*/ 1167493 h 1167493"/>
                <a:gd name="connsiteX2" fmla="*/ 0 w 1167493"/>
                <a:gd name="connsiteY2" fmla="*/ 1167493 h 1167493"/>
                <a:gd name="connsiteX3" fmla="*/ 0 w 1167493"/>
                <a:gd name="connsiteY3" fmla="*/ 0 h 1167493"/>
              </a:gdLst>
              <a:ahLst/>
              <a:cxnLst>
                <a:cxn ang="0">
                  <a:pos x="connsiteX0" y="connsiteY0"/>
                </a:cxn>
                <a:cxn ang="0">
                  <a:pos x="connsiteX1" y="connsiteY1"/>
                </a:cxn>
                <a:cxn ang="0">
                  <a:pos x="connsiteX2" y="connsiteY2"/>
                </a:cxn>
                <a:cxn ang="0">
                  <a:pos x="connsiteX3" y="connsiteY3"/>
                </a:cxn>
              </a:cxnLst>
              <a:rect l="l" t="t" r="r" b="b"/>
              <a:pathLst>
                <a:path w="1167493" h="1167493">
                  <a:moveTo>
                    <a:pt x="0" y="0"/>
                  </a:moveTo>
                  <a:cubicBezTo>
                    <a:pt x="0" y="644789"/>
                    <a:pt x="522704" y="1167493"/>
                    <a:pt x="1167493" y="1167493"/>
                  </a:cubicBezTo>
                  <a:lnTo>
                    <a:pt x="0" y="1167493"/>
                  </a:lnTo>
                  <a:lnTo>
                    <a:pt x="0" y="0"/>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latin typeface="+mn-lt"/>
              </a:endParaRPr>
            </a:p>
          </p:txBody>
        </p:sp>
        <p:sp>
          <p:nvSpPr>
            <p:cNvPr id="6" name="Freeform 5">
              <a:extLst>
                <a:ext uri="{FF2B5EF4-FFF2-40B4-BE49-F238E27FC236}">
                  <a16:creationId xmlns:a16="http://schemas.microsoft.com/office/drawing/2014/main" id="{D11C9832-A021-954E-A34F-2988D1189AE9}"/>
                </a:ext>
                <a:ext uri="{C183D7F6-B498-43B3-948B-1728B52AA6E4}">
                  <adec:decorative xmlns:adec="http://schemas.microsoft.com/office/drawing/2017/decorative" val="1"/>
                </a:ext>
              </a:extLst>
            </p:cNvPr>
            <p:cNvSpPr/>
            <p:nvPr userDrawn="1"/>
          </p:nvSpPr>
          <p:spPr>
            <a:xfrm>
              <a:off x="1" y="0"/>
              <a:ext cx="933856" cy="933856"/>
            </a:xfrm>
            <a:custGeom>
              <a:avLst/>
              <a:gdLst>
                <a:gd name="connsiteX0" fmla="*/ 0 w 862693"/>
                <a:gd name="connsiteY0" fmla="*/ 0 h 862693"/>
                <a:gd name="connsiteX1" fmla="*/ 862693 w 862693"/>
                <a:gd name="connsiteY1" fmla="*/ 0 h 862693"/>
                <a:gd name="connsiteX2" fmla="*/ 0 w 862693"/>
                <a:gd name="connsiteY2" fmla="*/ 862693 h 862693"/>
                <a:gd name="connsiteX3" fmla="*/ 0 w 862693"/>
                <a:gd name="connsiteY3" fmla="*/ 0 h 862693"/>
              </a:gdLst>
              <a:ahLst/>
              <a:cxnLst>
                <a:cxn ang="0">
                  <a:pos x="connsiteX0" y="connsiteY0"/>
                </a:cxn>
                <a:cxn ang="0">
                  <a:pos x="connsiteX1" y="connsiteY1"/>
                </a:cxn>
                <a:cxn ang="0">
                  <a:pos x="connsiteX2" y="connsiteY2"/>
                </a:cxn>
                <a:cxn ang="0">
                  <a:pos x="connsiteX3" y="connsiteY3"/>
                </a:cxn>
              </a:cxnLst>
              <a:rect l="l" t="t" r="r" b="b"/>
              <a:pathLst>
                <a:path w="862693" h="862693">
                  <a:moveTo>
                    <a:pt x="0" y="0"/>
                  </a:moveTo>
                  <a:lnTo>
                    <a:pt x="862693" y="0"/>
                  </a:lnTo>
                  <a:cubicBezTo>
                    <a:pt x="862693" y="476453"/>
                    <a:pt x="476452" y="862693"/>
                    <a:pt x="0" y="862693"/>
                  </a:cubicBezTo>
                  <a:lnTo>
                    <a:pt x="0" y="0"/>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grpSp>
          <p:nvGrpSpPr>
            <p:cNvPr id="9" name="Group 8">
              <a:extLst>
                <a:ext uri="{FF2B5EF4-FFF2-40B4-BE49-F238E27FC236}">
                  <a16:creationId xmlns:a16="http://schemas.microsoft.com/office/drawing/2014/main" id="{9861BC34-DFBF-2D4F-B463-FCFBC08391FF}"/>
                </a:ext>
                <a:ext uri="{C183D7F6-B498-43B3-948B-1728B52AA6E4}">
                  <adec:decorative xmlns:adec="http://schemas.microsoft.com/office/drawing/2017/decorative" val="1"/>
                </a:ext>
              </a:extLst>
            </p:cNvPr>
            <p:cNvGrpSpPr/>
            <p:nvPr userDrawn="1"/>
          </p:nvGrpSpPr>
          <p:grpSpPr>
            <a:xfrm>
              <a:off x="8082092" y="5590903"/>
              <a:ext cx="1572380" cy="1267097"/>
              <a:chOff x="7413403" y="4976359"/>
              <a:chExt cx="2334986" cy="1881641"/>
            </a:xfrm>
          </p:grpSpPr>
          <p:sp>
            <p:nvSpPr>
              <p:cNvPr id="7" name="Freeform 6">
                <a:extLst>
                  <a:ext uri="{FF2B5EF4-FFF2-40B4-BE49-F238E27FC236}">
                    <a16:creationId xmlns:a16="http://schemas.microsoft.com/office/drawing/2014/main" id="{55C37C19-F268-4A43-A0D4-3B1B38D48952}"/>
                  </a:ext>
                </a:extLst>
              </p:cNvPr>
              <p:cNvSpPr/>
              <p:nvPr userDrawn="1"/>
            </p:nvSpPr>
            <p:spPr>
              <a:xfrm rot="5400000" flipH="1" flipV="1">
                <a:off x="8223822" y="5333433"/>
                <a:ext cx="1881641" cy="1167493"/>
              </a:xfrm>
              <a:custGeom>
                <a:avLst/>
                <a:gdLst>
                  <a:gd name="connsiteX0" fmla="*/ 1881641 w 1881641"/>
                  <a:gd name="connsiteY0" fmla="*/ 1167473 h 1167493"/>
                  <a:gd name="connsiteX1" fmla="*/ 1881641 w 1881641"/>
                  <a:gd name="connsiteY1" fmla="*/ 1167493 h 1167493"/>
                  <a:gd name="connsiteX2" fmla="*/ 1167493 w 1881641"/>
                  <a:gd name="connsiteY2" fmla="*/ 1167493 h 1167493"/>
                  <a:gd name="connsiteX3" fmla="*/ 0 w 1881641"/>
                  <a:gd name="connsiteY3" fmla="*/ 0 h 1167493"/>
                  <a:gd name="connsiteX4" fmla="*/ 714149 w 1881641"/>
                  <a:gd name="connsiteY4" fmla="*/ 0 h 1167493"/>
                  <a:gd name="connsiteX5" fmla="*/ 1875614 w 1881641"/>
                  <a:gd name="connsiteY5" fmla="*/ 1048124 h 1167493"/>
                  <a:gd name="connsiteX6" fmla="*/ 1881641 w 1881641"/>
                  <a:gd name="connsiteY6" fmla="*/ 1167473 h 11674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881641" h="1167493">
                    <a:moveTo>
                      <a:pt x="1881641" y="1167473"/>
                    </a:moveTo>
                    <a:lnTo>
                      <a:pt x="1881641" y="1167493"/>
                    </a:lnTo>
                    <a:lnTo>
                      <a:pt x="1167493" y="1167493"/>
                    </a:lnTo>
                    <a:cubicBezTo>
                      <a:pt x="522704" y="1167493"/>
                      <a:pt x="0" y="644789"/>
                      <a:pt x="0" y="0"/>
                    </a:cubicBezTo>
                    <a:lnTo>
                      <a:pt x="714149" y="0"/>
                    </a:lnTo>
                    <a:cubicBezTo>
                      <a:pt x="1318639" y="0"/>
                      <a:pt x="1815827" y="459408"/>
                      <a:pt x="1875614" y="1048124"/>
                    </a:cubicBezTo>
                    <a:lnTo>
                      <a:pt x="1881641" y="1167473"/>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latin typeface="+mn-lt"/>
                </a:endParaRPr>
              </a:p>
            </p:txBody>
          </p:sp>
          <p:sp>
            <p:nvSpPr>
              <p:cNvPr id="8" name="Freeform 7">
                <a:extLst>
                  <a:ext uri="{FF2B5EF4-FFF2-40B4-BE49-F238E27FC236}">
                    <a16:creationId xmlns:a16="http://schemas.microsoft.com/office/drawing/2014/main" id="{E4F760E5-9D5D-E44F-AEBF-20CA8DE87D11}"/>
                  </a:ext>
                </a:extLst>
              </p:cNvPr>
              <p:cNvSpPr/>
              <p:nvPr userDrawn="1"/>
            </p:nvSpPr>
            <p:spPr>
              <a:xfrm rot="16200000" flipV="1">
                <a:off x="7056329" y="5333433"/>
                <a:ext cx="1881641" cy="1167493"/>
              </a:xfrm>
              <a:custGeom>
                <a:avLst/>
                <a:gdLst>
                  <a:gd name="connsiteX0" fmla="*/ 1881641 w 1881641"/>
                  <a:gd name="connsiteY0" fmla="*/ 1167473 h 1167493"/>
                  <a:gd name="connsiteX1" fmla="*/ 1881641 w 1881641"/>
                  <a:gd name="connsiteY1" fmla="*/ 1167493 h 1167493"/>
                  <a:gd name="connsiteX2" fmla="*/ 1167493 w 1881641"/>
                  <a:gd name="connsiteY2" fmla="*/ 1167493 h 1167493"/>
                  <a:gd name="connsiteX3" fmla="*/ 0 w 1881641"/>
                  <a:gd name="connsiteY3" fmla="*/ 0 h 1167493"/>
                  <a:gd name="connsiteX4" fmla="*/ 714149 w 1881641"/>
                  <a:gd name="connsiteY4" fmla="*/ 0 h 1167493"/>
                  <a:gd name="connsiteX5" fmla="*/ 1875614 w 1881641"/>
                  <a:gd name="connsiteY5" fmla="*/ 1048124 h 1167493"/>
                  <a:gd name="connsiteX6" fmla="*/ 1881641 w 1881641"/>
                  <a:gd name="connsiteY6" fmla="*/ 1167473 h 11674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881641" h="1167493">
                    <a:moveTo>
                      <a:pt x="1881641" y="1167473"/>
                    </a:moveTo>
                    <a:lnTo>
                      <a:pt x="1881641" y="1167493"/>
                    </a:lnTo>
                    <a:lnTo>
                      <a:pt x="1167493" y="1167493"/>
                    </a:lnTo>
                    <a:cubicBezTo>
                      <a:pt x="522704" y="1167493"/>
                      <a:pt x="0" y="644789"/>
                      <a:pt x="0" y="0"/>
                    </a:cubicBezTo>
                    <a:lnTo>
                      <a:pt x="714149" y="0"/>
                    </a:lnTo>
                    <a:cubicBezTo>
                      <a:pt x="1318639" y="0"/>
                      <a:pt x="1815827" y="459408"/>
                      <a:pt x="1875614" y="1048124"/>
                    </a:cubicBezTo>
                    <a:lnTo>
                      <a:pt x="1881641" y="1167473"/>
                    </a:lnTo>
                    <a:close/>
                  </a:path>
                </a:pathLst>
              </a:cu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latin typeface="+mn-lt"/>
                </a:endParaRPr>
              </a:p>
            </p:txBody>
          </p:sp>
        </p:grpSp>
      </p:grpSp>
      <p:sp>
        <p:nvSpPr>
          <p:cNvPr id="2" name="Title 1">
            <a:extLst>
              <a:ext uri="{FF2B5EF4-FFF2-40B4-BE49-F238E27FC236}">
                <a16:creationId xmlns:a16="http://schemas.microsoft.com/office/drawing/2014/main" id="{3CD97974-B93C-4C96-B3F6-F69E3D6DE6CA}"/>
              </a:ext>
            </a:extLst>
          </p:cNvPr>
          <p:cNvSpPr>
            <a:spLocks noGrp="1"/>
          </p:cNvSpPr>
          <p:nvPr>
            <p:ph type="title" hasCustomPrompt="1"/>
          </p:nvPr>
        </p:nvSpPr>
        <p:spPr>
          <a:xfrm>
            <a:off x="1167492" y="1371600"/>
            <a:ext cx="5486400" cy="4114800"/>
          </a:xfrm>
        </p:spPr>
        <p:txBody>
          <a:bodyPr anchor="ctr" anchorCtr="0">
            <a:noAutofit/>
          </a:bodyPr>
          <a:lstStyle>
            <a:lvl1pPr>
              <a:defRPr sz="6000" b="1">
                <a:latin typeface="+mj-lt"/>
              </a:defRPr>
            </a:lvl1pPr>
          </a:lstStyle>
          <a:p>
            <a:r>
              <a:rPr lang="en-US"/>
              <a:t>Click to add title</a:t>
            </a:r>
          </a:p>
        </p:txBody>
      </p:sp>
      <p:sp>
        <p:nvSpPr>
          <p:cNvPr id="15" name="Picture Placeholder 14">
            <a:extLst>
              <a:ext uri="{FF2B5EF4-FFF2-40B4-BE49-F238E27FC236}">
                <a16:creationId xmlns:a16="http://schemas.microsoft.com/office/drawing/2014/main" id="{3124234B-E1C4-2616-9993-A23142AA69B2}"/>
              </a:ext>
            </a:extLst>
          </p:cNvPr>
          <p:cNvSpPr>
            <a:spLocks noGrp="1"/>
          </p:cNvSpPr>
          <p:nvPr>
            <p:ph type="pic" sz="quarter" idx="10"/>
          </p:nvPr>
        </p:nvSpPr>
        <p:spPr>
          <a:xfrm>
            <a:off x="7183438" y="1168400"/>
            <a:ext cx="4500562" cy="4521200"/>
          </a:xfrm>
          <a:prstGeom prst="ellipse">
            <a:avLst/>
          </a:prstGeom>
          <a:solidFill>
            <a:schemeClr val="accent2"/>
          </a:solidFill>
        </p:spPr>
        <p:txBody>
          <a:bodyPr/>
          <a:lstStyle>
            <a:lvl1pPr marL="0" indent="0" algn="ctr">
              <a:buNone/>
              <a:defRPr sz="2000"/>
            </a:lvl1pPr>
          </a:lstStyle>
          <a:p>
            <a:r>
              <a:rPr lang="en-US"/>
              <a:t>Click icon to add picture</a:t>
            </a:r>
          </a:p>
        </p:txBody>
      </p:sp>
      <p:sp>
        <p:nvSpPr>
          <p:cNvPr id="10" name="Date Placeholder 3">
            <a:extLst>
              <a:ext uri="{FF2B5EF4-FFF2-40B4-BE49-F238E27FC236}">
                <a16:creationId xmlns:a16="http://schemas.microsoft.com/office/drawing/2014/main" id="{7536C149-3EFE-A94E-902D-57CED00B2C0F}"/>
              </a:ext>
            </a:extLst>
          </p:cNvPr>
          <p:cNvSpPr>
            <a:spLocks noGrp="1"/>
          </p:cNvSpPr>
          <p:nvPr>
            <p:ph type="dt" sz="half" idx="2"/>
          </p:nvPr>
        </p:nvSpPr>
        <p:spPr>
          <a:xfrm>
            <a:off x="381000" y="6356350"/>
            <a:ext cx="2743200" cy="365125"/>
          </a:xfrm>
          <a:prstGeom prst="rect">
            <a:avLst/>
          </a:prstGeom>
        </p:spPr>
        <p:txBody>
          <a:bodyPr vert="horz" lIns="91440" tIns="45720" rIns="91440" bIns="45720" rtlCol="0" anchor="ctr">
            <a:noAutofit/>
          </a:bodyPr>
          <a:lstStyle>
            <a:lvl1pPr algn="l">
              <a:defRPr sz="1200">
                <a:solidFill>
                  <a:schemeClr val="accent3"/>
                </a:solidFill>
                <a:latin typeface="+mn-lt"/>
              </a:defRPr>
            </a:lvl1pPr>
          </a:lstStyle>
          <a:p>
            <a:r>
              <a:rPr lang="en-US"/>
              <a:t>9/8/20XX</a:t>
            </a:r>
          </a:p>
        </p:txBody>
      </p:sp>
      <p:sp>
        <p:nvSpPr>
          <p:cNvPr id="11" name="Footer Placeholder 4">
            <a:extLst>
              <a:ext uri="{FF2B5EF4-FFF2-40B4-BE49-F238E27FC236}">
                <a16:creationId xmlns:a16="http://schemas.microsoft.com/office/drawing/2014/main" id="{53CA1E78-F17D-F34D-9F81-0DBF44F37894}"/>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noAutofit/>
          </a:bodyPr>
          <a:lstStyle>
            <a:lvl1pPr algn="ctr">
              <a:defRPr sz="1200">
                <a:solidFill>
                  <a:schemeClr val="accent3"/>
                </a:solidFill>
                <a:latin typeface="+mn-lt"/>
              </a:defRPr>
            </a:lvl1pPr>
          </a:lstStyle>
          <a:p>
            <a:endParaRPr lang="en-US"/>
          </a:p>
        </p:txBody>
      </p:sp>
      <p:sp>
        <p:nvSpPr>
          <p:cNvPr id="12" name="Slide Number Placeholder 5">
            <a:extLst>
              <a:ext uri="{FF2B5EF4-FFF2-40B4-BE49-F238E27FC236}">
                <a16:creationId xmlns:a16="http://schemas.microsoft.com/office/drawing/2014/main" id="{1FE54918-A625-F64F-A42E-A427E9B2D489}"/>
              </a:ext>
            </a:extLst>
          </p:cNvPr>
          <p:cNvSpPr>
            <a:spLocks noGrp="1"/>
          </p:cNvSpPr>
          <p:nvPr>
            <p:ph type="sldNum" sz="quarter" idx="4"/>
          </p:nvPr>
        </p:nvSpPr>
        <p:spPr>
          <a:xfrm>
            <a:off x="10153276" y="6356350"/>
            <a:ext cx="1657723" cy="365125"/>
          </a:xfrm>
          <a:prstGeom prst="rect">
            <a:avLst/>
          </a:prstGeom>
        </p:spPr>
        <p:txBody>
          <a:bodyPr vert="horz" lIns="91440" tIns="45720" rIns="91440" bIns="45720" rtlCol="0" anchor="ctr">
            <a:noAutofit/>
          </a:bodyPr>
          <a:lstStyle>
            <a:lvl1pPr algn="r">
              <a:defRPr sz="1200">
                <a:solidFill>
                  <a:schemeClr val="accent2"/>
                </a:solidFill>
                <a:latin typeface="+mn-lt"/>
              </a:defRPr>
            </a:lvl1pPr>
          </a:lstStyle>
          <a:p>
            <a:fld id="{294A09A9-5501-47C1-A89A-A340965A2BE2}" type="slidenum">
              <a:rPr lang="en-US" smtClean="0"/>
              <a:pPr/>
              <a:t>‹#›</a:t>
            </a:fld>
            <a:endParaRPr lang="en-US"/>
          </a:p>
        </p:txBody>
      </p:sp>
    </p:spTree>
    <p:extLst>
      <p:ext uri="{BB962C8B-B14F-4D97-AF65-F5344CB8AC3E}">
        <p14:creationId xmlns:p14="http://schemas.microsoft.com/office/powerpoint/2010/main" val="249126679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userDrawn="1">
  <p:cSld name="Title and Left Image">
    <p:spTree>
      <p:nvGrpSpPr>
        <p:cNvPr id="1" name=""/>
        <p:cNvGrpSpPr/>
        <p:nvPr/>
      </p:nvGrpSpPr>
      <p:grpSpPr>
        <a:xfrm>
          <a:off x="0" y="0"/>
          <a:ext cx="0" cy="0"/>
          <a:chOff x="0" y="0"/>
          <a:chExt cx="0" cy="0"/>
        </a:xfrm>
      </p:grpSpPr>
      <p:grpSp>
        <p:nvGrpSpPr>
          <p:cNvPr id="13" name="Group 12">
            <a:extLst>
              <a:ext uri="{FF2B5EF4-FFF2-40B4-BE49-F238E27FC236}">
                <a16:creationId xmlns:a16="http://schemas.microsoft.com/office/drawing/2014/main" id="{AC10D125-AB73-D276-4947-94204736A30D}"/>
              </a:ext>
              <a:ext uri="{C183D7F6-B498-43B3-948B-1728B52AA6E4}">
                <adec:decorative xmlns:adec="http://schemas.microsoft.com/office/drawing/2017/decorative" val="1"/>
              </a:ext>
            </a:extLst>
          </p:cNvPr>
          <p:cNvGrpSpPr/>
          <p:nvPr userDrawn="1"/>
        </p:nvGrpSpPr>
        <p:grpSpPr>
          <a:xfrm>
            <a:off x="1" y="0"/>
            <a:ext cx="12191999" cy="6858000"/>
            <a:chOff x="1" y="0"/>
            <a:chExt cx="12191999" cy="6858000"/>
          </a:xfrm>
        </p:grpSpPr>
        <p:sp>
          <p:nvSpPr>
            <p:cNvPr id="4" name="Freeform 3">
              <a:extLst>
                <a:ext uri="{FF2B5EF4-FFF2-40B4-BE49-F238E27FC236}">
                  <a16:creationId xmlns:a16="http://schemas.microsoft.com/office/drawing/2014/main" id="{6A7F6A3F-E1DD-A246-9A6D-5F9B18BA2588}"/>
                </a:ext>
                <a:ext uri="{C183D7F6-B498-43B3-948B-1728B52AA6E4}">
                  <adec:decorative xmlns:adec="http://schemas.microsoft.com/office/drawing/2017/decorative" val="1"/>
                </a:ext>
              </a:extLst>
            </p:cNvPr>
            <p:cNvSpPr/>
            <p:nvPr userDrawn="1"/>
          </p:nvSpPr>
          <p:spPr>
            <a:xfrm flipH="1">
              <a:off x="8580896" y="1"/>
              <a:ext cx="3611104" cy="3611104"/>
            </a:xfrm>
            <a:custGeom>
              <a:avLst/>
              <a:gdLst>
                <a:gd name="connsiteX0" fmla="*/ 0 w 1167493"/>
                <a:gd name="connsiteY0" fmla="*/ 0 h 1167493"/>
                <a:gd name="connsiteX1" fmla="*/ 1167493 w 1167493"/>
                <a:gd name="connsiteY1" fmla="*/ 0 h 1167493"/>
                <a:gd name="connsiteX2" fmla="*/ 0 w 1167493"/>
                <a:gd name="connsiteY2" fmla="*/ 1167493 h 1167493"/>
                <a:gd name="connsiteX3" fmla="*/ 0 w 1167493"/>
                <a:gd name="connsiteY3" fmla="*/ 0 h 1167493"/>
              </a:gdLst>
              <a:ahLst/>
              <a:cxnLst>
                <a:cxn ang="0">
                  <a:pos x="connsiteX0" y="connsiteY0"/>
                </a:cxn>
                <a:cxn ang="0">
                  <a:pos x="connsiteX1" y="connsiteY1"/>
                </a:cxn>
                <a:cxn ang="0">
                  <a:pos x="connsiteX2" y="connsiteY2"/>
                </a:cxn>
                <a:cxn ang="0">
                  <a:pos x="connsiteX3" y="connsiteY3"/>
                </a:cxn>
              </a:cxnLst>
              <a:rect l="l" t="t" r="r" b="b"/>
              <a:pathLst>
                <a:path w="1167493" h="1167493">
                  <a:moveTo>
                    <a:pt x="0" y="0"/>
                  </a:moveTo>
                  <a:lnTo>
                    <a:pt x="1167493" y="0"/>
                  </a:lnTo>
                  <a:cubicBezTo>
                    <a:pt x="522704" y="0"/>
                    <a:pt x="0" y="522704"/>
                    <a:pt x="0" y="1167493"/>
                  </a:cubicBezTo>
                  <a:lnTo>
                    <a:pt x="0" y="0"/>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5" name="Freeform 4">
              <a:extLst>
                <a:ext uri="{FF2B5EF4-FFF2-40B4-BE49-F238E27FC236}">
                  <a16:creationId xmlns:a16="http://schemas.microsoft.com/office/drawing/2014/main" id="{055FD0FC-C8FF-6741-A364-A29CDC6F9495}"/>
                </a:ext>
                <a:ext uri="{C183D7F6-B498-43B3-948B-1728B52AA6E4}">
                  <adec:decorative xmlns:adec="http://schemas.microsoft.com/office/drawing/2017/decorative" val="1"/>
                </a:ext>
              </a:extLst>
            </p:cNvPr>
            <p:cNvSpPr/>
            <p:nvPr userDrawn="1"/>
          </p:nvSpPr>
          <p:spPr>
            <a:xfrm flipH="1">
              <a:off x="8580896" y="3246896"/>
              <a:ext cx="3611104" cy="3611104"/>
            </a:xfrm>
            <a:custGeom>
              <a:avLst/>
              <a:gdLst>
                <a:gd name="connsiteX0" fmla="*/ 0 w 1167493"/>
                <a:gd name="connsiteY0" fmla="*/ 0 h 1167493"/>
                <a:gd name="connsiteX1" fmla="*/ 1167493 w 1167493"/>
                <a:gd name="connsiteY1" fmla="*/ 1167493 h 1167493"/>
                <a:gd name="connsiteX2" fmla="*/ 0 w 1167493"/>
                <a:gd name="connsiteY2" fmla="*/ 1167493 h 1167493"/>
                <a:gd name="connsiteX3" fmla="*/ 0 w 1167493"/>
                <a:gd name="connsiteY3" fmla="*/ 0 h 1167493"/>
              </a:gdLst>
              <a:ahLst/>
              <a:cxnLst>
                <a:cxn ang="0">
                  <a:pos x="connsiteX0" y="connsiteY0"/>
                </a:cxn>
                <a:cxn ang="0">
                  <a:pos x="connsiteX1" y="connsiteY1"/>
                </a:cxn>
                <a:cxn ang="0">
                  <a:pos x="connsiteX2" y="connsiteY2"/>
                </a:cxn>
                <a:cxn ang="0">
                  <a:pos x="connsiteX3" y="connsiteY3"/>
                </a:cxn>
              </a:cxnLst>
              <a:rect l="l" t="t" r="r" b="b"/>
              <a:pathLst>
                <a:path w="1167493" h="1167493">
                  <a:moveTo>
                    <a:pt x="0" y="0"/>
                  </a:moveTo>
                  <a:cubicBezTo>
                    <a:pt x="0" y="644789"/>
                    <a:pt x="522704" y="1167493"/>
                    <a:pt x="1167493" y="1167493"/>
                  </a:cubicBezTo>
                  <a:lnTo>
                    <a:pt x="0" y="1167493"/>
                  </a:lnTo>
                  <a:lnTo>
                    <a:pt x="0" y="0"/>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latin typeface="+mn-lt"/>
              </a:endParaRPr>
            </a:p>
          </p:txBody>
        </p:sp>
        <p:sp>
          <p:nvSpPr>
            <p:cNvPr id="6" name="Freeform 5">
              <a:extLst>
                <a:ext uri="{FF2B5EF4-FFF2-40B4-BE49-F238E27FC236}">
                  <a16:creationId xmlns:a16="http://schemas.microsoft.com/office/drawing/2014/main" id="{D11C9832-A021-954E-A34F-2988D1189AE9}"/>
                </a:ext>
                <a:ext uri="{C183D7F6-B498-43B3-948B-1728B52AA6E4}">
                  <adec:decorative xmlns:adec="http://schemas.microsoft.com/office/drawing/2017/decorative" val="1"/>
                </a:ext>
              </a:extLst>
            </p:cNvPr>
            <p:cNvSpPr/>
            <p:nvPr userDrawn="1"/>
          </p:nvSpPr>
          <p:spPr>
            <a:xfrm>
              <a:off x="1" y="0"/>
              <a:ext cx="933856" cy="933856"/>
            </a:xfrm>
            <a:custGeom>
              <a:avLst/>
              <a:gdLst>
                <a:gd name="connsiteX0" fmla="*/ 0 w 862693"/>
                <a:gd name="connsiteY0" fmla="*/ 0 h 862693"/>
                <a:gd name="connsiteX1" fmla="*/ 862693 w 862693"/>
                <a:gd name="connsiteY1" fmla="*/ 0 h 862693"/>
                <a:gd name="connsiteX2" fmla="*/ 0 w 862693"/>
                <a:gd name="connsiteY2" fmla="*/ 862693 h 862693"/>
                <a:gd name="connsiteX3" fmla="*/ 0 w 862693"/>
                <a:gd name="connsiteY3" fmla="*/ 0 h 862693"/>
              </a:gdLst>
              <a:ahLst/>
              <a:cxnLst>
                <a:cxn ang="0">
                  <a:pos x="connsiteX0" y="connsiteY0"/>
                </a:cxn>
                <a:cxn ang="0">
                  <a:pos x="connsiteX1" y="connsiteY1"/>
                </a:cxn>
                <a:cxn ang="0">
                  <a:pos x="connsiteX2" y="connsiteY2"/>
                </a:cxn>
                <a:cxn ang="0">
                  <a:pos x="connsiteX3" y="connsiteY3"/>
                </a:cxn>
              </a:cxnLst>
              <a:rect l="l" t="t" r="r" b="b"/>
              <a:pathLst>
                <a:path w="862693" h="862693">
                  <a:moveTo>
                    <a:pt x="0" y="0"/>
                  </a:moveTo>
                  <a:lnTo>
                    <a:pt x="862693" y="0"/>
                  </a:lnTo>
                  <a:cubicBezTo>
                    <a:pt x="862693" y="476453"/>
                    <a:pt x="476452" y="862693"/>
                    <a:pt x="0" y="862693"/>
                  </a:cubicBezTo>
                  <a:lnTo>
                    <a:pt x="0" y="0"/>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grpSp>
          <p:nvGrpSpPr>
            <p:cNvPr id="9" name="Group 8">
              <a:extLst>
                <a:ext uri="{FF2B5EF4-FFF2-40B4-BE49-F238E27FC236}">
                  <a16:creationId xmlns:a16="http://schemas.microsoft.com/office/drawing/2014/main" id="{9861BC34-DFBF-2D4F-B463-FCFBC08391FF}"/>
                </a:ext>
                <a:ext uri="{C183D7F6-B498-43B3-948B-1728B52AA6E4}">
                  <adec:decorative xmlns:adec="http://schemas.microsoft.com/office/drawing/2017/decorative" val="1"/>
                </a:ext>
              </a:extLst>
            </p:cNvPr>
            <p:cNvGrpSpPr/>
            <p:nvPr userDrawn="1"/>
          </p:nvGrpSpPr>
          <p:grpSpPr>
            <a:xfrm>
              <a:off x="8082092" y="5590903"/>
              <a:ext cx="1572380" cy="1267097"/>
              <a:chOff x="7413403" y="4976359"/>
              <a:chExt cx="2334986" cy="1881641"/>
            </a:xfrm>
          </p:grpSpPr>
          <p:sp>
            <p:nvSpPr>
              <p:cNvPr id="7" name="Freeform 6">
                <a:extLst>
                  <a:ext uri="{FF2B5EF4-FFF2-40B4-BE49-F238E27FC236}">
                    <a16:creationId xmlns:a16="http://schemas.microsoft.com/office/drawing/2014/main" id="{55C37C19-F268-4A43-A0D4-3B1B38D48952}"/>
                  </a:ext>
                </a:extLst>
              </p:cNvPr>
              <p:cNvSpPr/>
              <p:nvPr userDrawn="1"/>
            </p:nvSpPr>
            <p:spPr>
              <a:xfrm rot="5400000" flipH="1" flipV="1">
                <a:off x="8223822" y="5333433"/>
                <a:ext cx="1881641" cy="1167493"/>
              </a:xfrm>
              <a:custGeom>
                <a:avLst/>
                <a:gdLst>
                  <a:gd name="connsiteX0" fmla="*/ 1881641 w 1881641"/>
                  <a:gd name="connsiteY0" fmla="*/ 1167473 h 1167493"/>
                  <a:gd name="connsiteX1" fmla="*/ 1881641 w 1881641"/>
                  <a:gd name="connsiteY1" fmla="*/ 1167493 h 1167493"/>
                  <a:gd name="connsiteX2" fmla="*/ 1167493 w 1881641"/>
                  <a:gd name="connsiteY2" fmla="*/ 1167493 h 1167493"/>
                  <a:gd name="connsiteX3" fmla="*/ 0 w 1881641"/>
                  <a:gd name="connsiteY3" fmla="*/ 0 h 1167493"/>
                  <a:gd name="connsiteX4" fmla="*/ 714149 w 1881641"/>
                  <a:gd name="connsiteY4" fmla="*/ 0 h 1167493"/>
                  <a:gd name="connsiteX5" fmla="*/ 1875614 w 1881641"/>
                  <a:gd name="connsiteY5" fmla="*/ 1048124 h 1167493"/>
                  <a:gd name="connsiteX6" fmla="*/ 1881641 w 1881641"/>
                  <a:gd name="connsiteY6" fmla="*/ 1167473 h 11674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881641" h="1167493">
                    <a:moveTo>
                      <a:pt x="1881641" y="1167473"/>
                    </a:moveTo>
                    <a:lnTo>
                      <a:pt x="1881641" y="1167493"/>
                    </a:lnTo>
                    <a:lnTo>
                      <a:pt x="1167493" y="1167493"/>
                    </a:lnTo>
                    <a:cubicBezTo>
                      <a:pt x="522704" y="1167493"/>
                      <a:pt x="0" y="644789"/>
                      <a:pt x="0" y="0"/>
                    </a:cubicBezTo>
                    <a:lnTo>
                      <a:pt x="714149" y="0"/>
                    </a:lnTo>
                    <a:cubicBezTo>
                      <a:pt x="1318639" y="0"/>
                      <a:pt x="1815827" y="459408"/>
                      <a:pt x="1875614" y="1048124"/>
                    </a:cubicBezTo>
                    <a:lnTo>
                      <a:pt x="1881641" y="1167473"/>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latin typeface="+mn-lt"/>
                </a:endParaRPr>
              </a:p>
            </p:txBody>
          </p:sp>
          <p:sp>
            <p:nvSpPr>
              <p:cNvPr id="8" name="Freeform 7">
                <a:extLst>
                  <a:ext uri="{FF2B5EF4-FFF2-40B4-BE49-F238E27FC236}">
                    <a16:creationId xmlns:a16="http://schemas.microsoft.com/office/drawing/2014/main" id="{E4F760E5-9D5D-E44F-AEBF-20CA8DE87D11}"/>
                  </a:ext>
                </a:extLst>
              </p:cNvPr>
              <p:cNvSpPr/>
              <p:nvPr userDrawn="1"/>
            </p:nvSpPr>
            <p:spPr>
              <a:xfrm rot="16200000" flipV="1">
                <a:off x="7056329" y="5333433"/>
                <a:ext cx="1881641" cy="1167493"/>
              </a:xfrm>
              <a:custGeom>
                <a:avLst/>
                <a:gdLst>
                  <a:gd name="connsiteX0" fmla="*/ 1881641 w 1881641"/>
                  <a:gd name="connsiteY0" fmla="*/ 1167473 h 1167493"/>
                  <a:gd name="connsiteX1" fmla="*/ 1881641 w 1881641"/>
                  <a:gd name="connsiteY1" fmla="*/ 1167493 h 1167493"/>
                  <a:gd name="connsiteX2" fmla="*/ 1167493 w 1881641"/>
                  <a:gd name="connsiteY2" fmla="*/ 1167493 h 1167493"/>
                  <a:gd name="connsiteX3" fmla="*/ 0 w 1881641"/>
                  <a:gd name="connsiteY3" fmla="*/ 0 h 1167493"/>
                  <a:gd name="connsiteX4" fmla="*/ 714149 w 1881641"/>
                  <a:gd name="connsiteY4" fmla="*/ 0 h 1167493"/>
                  <a:gd name="connsiteX5" fmla="*/ 1875614 w 1881641"/>
                  <a:gd name="connsiteY5" fmla="*/ 1048124 h 1167493"/>
                  <a:gd name="connsiteX6" fmla="*/ 1881641 w 1881641"/>
                  <a:gd name="connsiteY6" fmla="*/ 1167473 h 11674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881641" h="1167493">
                    <a:moveTo>
                      <a:pt x="1881641" y="1167473"/>
                    </a:moveTo>
                    <a:lnTo>
                      <a:pt x="1881641" y="1167493"/>
                    </a:lnTo>
                    <a:lnTo>
                      <a:pt x="1167493" y="1167493"/>
                    </a:lnTo>
                    <a:cubicBezTo>
                      <a:pt x="522704" y="1167493"/>
                      <a:pt x="0" y="644789"/>
                      <a:pt x="0" y="0"/>
                    </a:cubicBezTo>
                    <a:lnTo>
                      <a:pt x="714149" y="0"/>
                    </a:lnTo>
                    <a:cubicBezTo>
                      <a:pt x="1318639" y="0"/>
                      <a:pt x="1815827" y="459408"/>
                      <a:pt x="1875614" y="1048124"/>
                    </a:cubicBezTo>
                    <a:lnTo>
                      <a:pt x="1881641" y="1167473"/>
                    </a:lnTo>
                    <a:close/>
                  </a:path>
                </a:pathLst>
              </a:cu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latin typeface="+mn-lt"/>
                </a:endParaRPr>
              </a:p>
            </p:txBody>
          </p:sp>
        </p:grpSp>
      </p:grpSp>
      <p:sp>
        <p:nvSpPr>
          <p:cNvPr id="2" name="Title 1">
            <a:extLst>
              <a:ext uri="{FF2B5EF4-FFF2-40B4-BE49-F238E27FC236}">
                <a16:creationId xmlns:a16="http://schemas.microsoft.com/office/drawing/2014/main" id="{3CD97974-B93C-4C96-B3F6-F69E3D6DE6CA}"/>
              </a:ext>
            </a:extLst>
          </p:cNvPr>
          <p:cNvSpPr>
            <a:spLocks noGrp="1"/>
          </p:cNvSpPr>
          <p:nvPr>
            <p:ph type="title" hasCustomPrompt="1"/>
          </p:nvPr>
        </p:nvSpPr>
        <p:spPr>
          <a:xfrm>
            <a:off x="5943600" y="457200"/>
            <a:ext cx="5120640" cy="3200400"/>
          </a:xfrm>
        </p:spPr>
        <p:txBody>
          <a:bodyPr anchor="b" anchorCtr="0">
            <a:noAutofit/>
          </a:bodyPr>
          <a:lstStyle>
            <a:lvl1pPr>
              <a:defRPr sz="6000" b="1">
                <a:latin typeface="+mj-lt"/>
              </a:defRPr>
            </a:lvl1pPr>
          </a:lstStyle>
          <a:p>
            <a:r>
              <a:rPr lang="en-US"/>
              <a:t>Click to add title</a:t>
            </a:r>
          </a:p>
        </p:txBody>
      </p:sp>
      <p:sp>
        <p:nvSpPr>
          <p:cNvPr id="3" name="Subtitle 2">
            <a:extLst>
              <a:ext uri="{FF2B5EF4-FFF2-40B4-BE49-F238E27FC236}">
                <a16:creationId xmlns:a16="http://schemas.microsoft.com/office/drawing/2014/main" id="{8763DBBF-E63D-81E5-E7CE-32F6F2C2F935}"/>
              </a:ext>
            </a:extLst>
          </p:cNvPr>
          <p:cNvSpPr>
            <a:spLocks noGrp="1"/>
          </p:cNvSpPr>
          <p:nvPr>
            <p:ph type="subTitle" idx="1" hasCustomPrompt="1"/>
          </p:nvPr>
        </p:nvSpPr>
        <p:spPr>
          <a:xfrm>
            <a:off x="5943598" y="3657600"/>
            <a:ext cx="5120640" cy="1828800"/>
          </a:xfrm>
        </p:spPr>
        <p:txBody>
          <a:bodyPr anchor="t" anchorCtr="0">
            <a:noAutofit/>
          </a:bodyPr>
          <a:lstStyle>
            <a:lvl1pPr marL="0" indent="0" algn="l">
              <a:buNone/>
              <a:defRPr sz="3200">
                <a:latin typeface="+mn-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add subtitle</a:t>
            </a:r>
          </a:p>
        </p:txBody>
      </p:sp>
      <p:sp>
        <p:nvSpPr>
          <p:cNvPr id="15" name="Picture Placeholder 14">
            <a:extLst>
              <a:ext uri="{FF2B5EF4-FFF2-40B4-BE49-F238E27FC236}">
                <a16:creationId xmlns:a16="http://schemas.microsoft.com/office/drawing/2014/main" id="{64033732-ADA1-C540-7276-3FF5CDEF2C5E}"/>
              </a:ext>
            </a:extLst>
          </p:cNvPr>
          <p:cNvSpPr>
            <a:spLocks noGrp="1"/>
          </p:cNvSpPr>
          <p:nvPr>
            <p:ph type="pic" sz="quarter" idx="10"/>
          </p:nvPr>
        </p:nvSpPr>
        <p:spPr>
          <a:xfrm>
            <a:off x="904238" y="1157224"/>
            <a:ext cx="4500562" cy="4521200"/>
          </a:xfrm>
          <a:prstGeom prst="ellipse">
            <a:avLst/>
          </a:prstGeom>
          <a:solidFill>
            <a:schemeClr val="accent2"/>
          </a:solidFill>
        </p:spPr>
        <p:txBody>
          <a:bodyPr/>
          <a:lstStyle>
            <a:lvl1pPr marL="0" indent="0" algn="ctr">
              <a:buNone/>
              <a:defRPr sz="2000"/>
            </a:lvl1pPr>
          </a:lstStyle>
          <a:p>
            <a:r>
              <a:rPr lang="en-US"/>
              <a:t>Click icon to add picture</a:t>
            </a:r>
          </a:p>
        </p:txBody>
      </p:sp>
      <p:sp>
        <p:nvSpPr>
          <p:cNvPr id="10" name="Date Placeholder 3">
            <a:extLst>
              <a:ext uri="{FF2B5EF4-FFF2-40B4-BE49-F238E27FC236}">
                <a16:creationId xmlns:a16="http://schemas.microsoft.com/office/drawing/2014/main" id="{7536C149-3EFE-A94E-902D-57CED00B2C0F}"/>
              </a:ext>
            </a:extLst>
          </p:cNvPr>
          <p:cNvSpPr>
            <a:spLocks noGrp="1"/>
          </p:cNvSpPr>
          <p:nvPr>
            <p:ph type="dt" sz="half" idx="2"/>
          </p:nvPr>
        </p:nvSpPr>
        <p:spPr>
          <a:xfrm>
            <a:off x="381000" y="6356350"/>
            <a:ext cx="2743200" cy="365125"/>
          </a:xfrm>
          <a:prstGeom prst="rect">
            <a:avLst/>
          </a:prstGeom>
        </p:spPr>
        <p:txBody>
          <a:bodyPr vert="horz" lIns="91440" tIns="45720" rIns="91440" bIns="45720" rtlCol="0" anchor="ctr">
            <a:noAutofit/>
          </a:bodyPr>
          <a:lstStyle>
            <a:lvl1pPr algn="l">
              <a:defRPr sz="1200">
                <a:solidFill>
                  <a:schemeClr val="accent3"/>
                </a:solidFill>
                <a:latin typeface="+mn-lt"/>
              </a:defRPr>
            </a:lvl1pPr>
          </a:lstStyle>
          <a:p>
            <a:r>
              <a:rPr lang="en-US"/>
              <a:t>9/8/20XX</a:t>
            </a:r>
          </a:p>
        </p:txBody>
      </p:sp>
      <p:sp>
        <p:nvSpPr>
          <p:cNvPr id="11" name="Footer Placeholder 4">
            <a:extLst>
              <a:ext uri="{FF2B5EF4-FFF2-40B4-BE49-F238E27FC236}">
                <a16:creationId xmlns:a16="http://schemas.microsoft.com/office/drawing/2014/main" id="{53CA1E78-F17D-F34D-9F81-0DBF44F37894}"/>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noAutofit/>
          </a:bodyPr>
          <a:lstStyle>
            <a:lvl1pPr algn="ctr">
              <a:defRPr sz="1200">
                <a:solidFill>
                  <a:schemeClr val="accent3"/>
                </a:solidFill>
                <a:latin typeface="+mn-lt"/>
              </a:defRPr>
            </a:lvl1pPr>
          </a:lstStyle>
          <a:p>
            <a:endParaRPr lang="en-US"/>
          </a:p>
        </p:txBody>
      </p:sp>
      <p:sp>
        <p:nvSpPr>
          <p:cNvPr id="12" name="Slide Number Placeholder 5">
            <a:extLst>
              <a:ext uri="{FF2B5EF4-FFF2-40B4-BE49-F238E27FC236}">
                <a16:creationId xmlns:a16="http://schemas.microsoft.com/office/drawing/2014/main" id="{1FE54918-A625-F64F-A42E-A427E9B2D489}"/>
              </a:ext>
            </a:extLst>
          </p:cNvPr>
          <p:cNvSpPr>
            <a:spLocks noGrp="1"/>
          </p:cNvSpPr>
          <p:nvPr>
            <p:ph type="sldNum" sz="quarter" idx="4"/>
          </p:nvPr>
        </p:nvSpPr>
        <p:spPr>
          <a:xfrm>
            <a:off x="10153276" y="6356350"/>
            <a:ext cx="1657723" cy="365125"/>
          </a:xfrm>
          <a:prstGeom prst="rect">
            <a:avLst/>
          </a:prstGeom>
        </p:spPr>
        <p:txBody>
          <a:bodyPr vert="horz" lIns="91440" tIns="45720" rIns="91440" bIns="45720" rtlCol="0" anchor="ctr">
            <a:noAutofit/>
          </a:bodyPr>
          <a:lstStyle>
            <a:lvl1pPr algn="r">
              <a:defRPr sz="1200">
                <a:solidFill>
                  <a:schemeClr val="accent2"/>
                </a:solidFill>
                <a:latin typeface="+mn-lt"/>
              </a:defRPr>
            </a:lvl1pPr>
          </a:lstStyle>
          <a:p>
            <a:fld id="{294A09A9-5501-47C1-A89A-A340965A2BE2}" type="slidenum">
              <a:rPr lang="en-US" smtClean="0"/>
              <a:pPr/>
              <a:t>‹#›</a:t>
            </a:fld>
            <a:endParaRPr lang="en-US"/>
          </a:p>
        </p:txBody>
      </p:sp>
    </p:spTree>
    <p:extLst>
      <p:ext uri="{BB962C8B-B14F-4D97-AF65-F5344CB8AC3E}">
        <p14:creationId xmlns:p14="http://schemas.microsoft.com/office/powerpoint/2010/main" val="382385622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le and content 2">
    <p:spTree>
      <p:nvGrpSpPr>
        <p:cNvPr id="1" name=""/>
        <p:cNvGrpSpPr/>
        <p:nvPr/>
      </p:nvGrpSpPr>
      <p:grpSpPr>
        <a:xfrm>
          <a:off x="0" y="0"/>
          <a:ext cx="0" cy="0"/>
          <a:chOff x="0" y="0"/>
          <a:chExt cx="0" cy="0"/>
        </a:xfrm>
      </p:grpSpPr>
      <p:grpSp>
        <p:nvGrpSpPr>
          <p:cNvPr id="2" name="Group 1">
            <a:extLst>
              <a:ext uri="{FF2B5EF4-FFF2-40B4-BE49-F238E27FC236}">
                <a16:creationId xmlns:a16="http://schemas.microsoft.com/office/drawing/2014/main" id="{CCEDB282-8288-C81F-52B5-048A3E80C931}"/>
              </a:ext>
              <a:ext uri="{C183D7F6-B498-43B3-948B-1728B52AA6E4}">
                <adec:decorative xmlns:adec="http://schemas.microsoft.com/office/drawing/2017/decorative" val="1"/>
              </a:ext>
            </a:extLst>
          </p:cNvPr>
          <p:cNvGrpSpPr/>
          <p:nvPr userDrawn="1"/>
        </p:nvGrpSpPr>
        <p:grpSpPr>
          <a:xfrm>
            <a:off x="0" y="-1"/>
            <a:ext cx="12208822" cy="6858003"/>
            <a:chOff x="0" y="-1"/>
            <a:chExt cx="12208822" cy="6858003"/>
          </a:xfrm>
        </p:grpSpPr>
        <p:sp>
          <p:nvSpPr>
            <p:cNvPr id="7" name="Rectangle 6">
              <a:extLst>
                <a:ext uri="{FF2B5EF4-FFF2-40B4-BE49-F238E27FC236}">
                  <a16:creationId xmlns:a16="http://schemas.microsoft.com/office/drawing/2014/main" id="{2A62587F-7496-384A-AF40-18FC8CF0709D}"/>
                </a:ext>
              </a:extLst>
            </p:cNvPr>
            <p:cNvSpPr/>
            <p:nvPr userDrawn="1"/>
          </p:nvSpPr>
          <p:spPr>
            <a:xfrm>
              <a:off x="0" y="2286002"/>
              <a:ext cx="12208822" cy="4572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Freeform 11">
              <a:extLst>
                <a:ext uri="{FF2B5EF4-FFF2-40B4-BE49-F238E27FC236}">
                  <a16:creationId xmlns:a16="http://schemas.microsoft.com/office/drawing/2014/main" id="{84DB028B-A475-224B-B675-A15A56CAD0BF}"/>
                </a:ext>
              </a:extLst>
            </p:cNvPr>
            <p:cNvSpPr/>
            <p:nvPr userDrawn="1"/>
          </p:nvSpPr>
          <p:spPr>
            <a:xfrm flipH="1">
              <a:off x="8597718" y="3246896"/>
              <a:ext cx="3611104" cy="3611104"/>
            </a:xfrm>
            <a:custGeom>
              <a:avLst/>
              <a:gdLst>
                <a:gd name="connsiteX0" fmla="*/ 0 w 1167493"/>
                <a:gd name="connsiteY0" fmla="*/ 0 h 1167493"/>
                <a:gd name="connsiteX1" fmla="*/ 1167493 w 1167493"/>
                <a:gd name="connsiteY1" fmla="*/ 1167493 h 1167493"/>
                <a:gd name="connsiteX2" fmla="*/ 0 w 1167493"/>
                <a:gd name="connsiteY2" fmla="*/ 1167493 h 1167493"/>
                <a:gd name="connsiteX3" fmla="*/ 0 w 1167493"/>
                <a:gd name="connsiteY3" fmla="*/ 0 h 1167493"/>
              </a:gdLst>
              <a:ahLst/>
              <a:cxnLst>
                <a:cxn ang="0">
                  <a:pos x="connsiteX0" y="connsiteY0"/>
                </a:cxn>
                <a:cxn ang="0">
                  <a:pos x="connsiteX1" y="connsiteY1"/>
                </a:cxn>
                <a:cxn ang="0">
                  <a:pos x="connsiteX2" y="connsiteY2"/>
                </a:cxn>
                <a:cxn ang="0">
                  <a:pos x="connsiteX3" y="connsiteY3"/>
                </a:cxn>
              </a:cxnLst>
              <a:rect l="l" t="t" r="r" b="b"/>
              <a:pathLst>
                <a:path w="1167493" h="1167493">
                  <a:moveTo>
                    <a:pt x="0" y="0"/>
                  </a:moveTo>
                  <a:cubicBezTo>
                    <a:pt x="0" y="644789"/>
                    <a:pt x="522704" y="1167493"/>
                    <a:pt x="1167493" y="1167493"/>
                  </a:cubicBezTo>
                  <a:lnTo>
                    <a:pt x="0" y="1167493"/>
                  </a:lnTo>
                  <a:lnTo>
                    <a:pt x="0" y="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4" name="Freeform 13">
              <a:extLst>
                <a:ext uri="{FF2B5EF4-FFF2-40B4-BE49-F238E27FC236}">
                  <a16:creationId xmlns:a16="http://schemas.microsoft.com/office/drawing/2014/main" id="{61C34955-105B-4D4D-B51D-754C5D38A85D}"/>
                </a:ext>
              </a:extLst>
            </p:cNvPr>
            <p:cNvSpPr/>
            <p:nvPr userDrawn="1"/>
          </p:nvSpPr>
          <p:spPr>
            <a:xfrm>
              <a:off x="1" y="0"/>
              <a:ext cx="933856" cy="933856"/>
            </a:xfrm>
            <a:custGeom>
              <a:avLst/>
              <a:gdLst>
                <a:gd name="connsiteX0" fmla="*/ 0 w 862693"/>
                <a:gd name="connsiteY0" fmla="*/ 0 h 862693"/>
                <a:gd name="connsiteX1" fmla="*/ 862693 w 862693"/>
                <a:gd name="connsiteY1" fmla="*/ 0 h 862693"/>
                <a:gd name="connsiteX2" fmla="*/ 0 w 862693"/>
                <a:gd name="connsiteY2" fmla="*/ 862693 h 862693"/>
                <a:gd name="connsiteX3" fmla="*/ 0 w 862693"/>
                <a:gd name="connsiteY3" fmla="*/ 0 h 862693"/>
              </a:gdLst>
              <a:ahLst/>
              <a:cxnLst>
                <a:cxn ang="0">
                  <a:pos x="connsiteX0" y="connsiteY0"/>
                </a:cxn>
                <a:cxn ang="0">
                  <a:pos x="connsiteX1" y="connsiteY1"/>
                </a:cxn>
                <a:cxn ang="0">
                  <a:pos x="connsiteX2" y="connsiteY2"/>
                </a:cxn>
                <a:cxn ang="0">
                  <a:pos x="connsiteX3" y="connsiteY3"/>
                </a:cxn>
              </a:cxnLst>
              <a:rect l="l" t="t" r="r" b="b"/>
              <a:pathLst>
                <a:path w="862693" h="862693">
                  <a:moveTo>
                    <a:pt x="0" y="0"/>
                  </a:moveTo>
                  <a:lnTo>
                    <a:pt x="862693" y="0"/>
                  </a:lnTo>
                  <a:cubicBezTo>
                    <a:pt x="862693" y="476453"/>
                    <a:pt x="476452" y="862693"/>
                    <a:pt x="0" y="862693"/>
                  </a:cubicBezTo>
                  <a:lnTo>
                    <a:pt x="0" y="0"/>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5" name="Freeform 14">
              <a:extLst>
                <a:ext uri="{FF2B5EF4-FFF2-40B4-BE49-F238E27FC236}">
                  <a16:creationId xmlns:a16="http://schemas.microsoft.com/office/drawing/2014/main" id="{2734DEB1-EC02-2E42-9292-4ADD115060A5}"/>
                </a:ext>
              </a:extLst>
            </p:cNvPr>
            <p:cNvSpPr/>
            <p:nvPr userDrawn="1"/>
          </p:nvSpPr>
          <p:spPr>
            <a:xfrm rot="5400000" flipH="1" flipV="1">
              <a:off x="10344100" y="438098"/>
              <a:ext cx="2285999" cy="1409801"/>
            </a:xfrm>
            <a:custGeom>
              <a:avLst/>
              <a:gdLst>
                <a:gd name="connsiteX0" fmla="*/ 1881641 w 1881641"/>
                <a:gd name="connsiteY0" fmla="*/ 1167473 h 1167493"/>
                <a:gd name="connsiteX1" fmla="*/ 1881641 w 1881641"/>
                <a:gd name="connsiteY1" fmla="*/ 1167493 h 1167493"/>
                <a:gd name="connsiteX2" fmla="*/ 1167493 w 1881641"/>
                <a:gd name="connsiteY2" fmla="*/ 1167493 h 1167493"/>
                <a:gd name="connsiteX3" fmla="*/ 0 w 1881641"/>
                <a:gd name="connsiteY3" fmla="*/ 0 h 1167493"/>
                <a:gd name="connsiteX4" fmla="*/ 714149 w 1881641"/>
                <a:gd name="connsiteY4" fmla="*/ 0 h 1167493"/>
                <a:gd name="connsiteX5" fmla="*/ 1875614 w 1881641"/>
                <a:gd name="connsiteY5" fmla="*/ 1048124 h 1167493"/>
                <a:gd name="connsiteX6" fmla="*/ 1881641 w 1881641"/>
                <a:gd name="connsiteY6" fmla="*/ 1167473 h 11674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881641" h="1167493">
                  <a:moveTo>
                    <a:pt x="1881641" y="1167473"/>
                  </a:moveTo>
                  <a:lnTo>
                    <a:pt x="1881641" y="1167493"/>
                  </a:lnTo>
                  <a:lnTo>
                    <a:pt x="1167493" y="1167493"/>
                  </a:lnTo>
                  <a:cubicBezTo>
                    <a:pt x="522704" y="1167493"/>
                    <a:pt x="0" y="644789"/>
                    <a:pt x="0" y="0"/>
                  </a:cubicBezTo>
                  <a:lnTo>
                    <a:pt x="714149" y="0"/>
                  </a:lnTo>
                  <a:cubicBezTo>
                    <a:pt x="1318639" y="0"/>
                    <a:pt x="1815827" y="459408"/>
                    <a:pt x="1875614" y="1048124"/>
                  </a:cubicBezTo>
                  <a:lnTo>
                    <a:pt x="1881641" y="1167473"/>
                  </a:lnTo>
                  <a:close/>
                </a:path>
              </a:pathLst>
            </a:cu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grpSp>
      <p:sp>
        <p:nvSpPr>
          <p:cNvPr id="13" name="Title 1">
            <a:extLst>
              <a:ext uri="{FF2B5EF4-FFF2-40B4-BE49-F238E27FC236}">
                <a16:creationId xmlns:a16="http://schemas.microsoft.com/office/drawing/2014/main" id="{5E932F0D-7FC3-634B-932C-3625C16C8DE2}"/>
              </a:ext>
            </a:extLst>
          </p:cNvPr>
          <p:cNvSpPr>
            <a:spLocks noGrp="1"/>
          </p:cNvSpPr>
          <p:nvPr>
            <p:ph type="title" hasCustomPrompt="1"/>
          </p:nvPr>
        </p:nvSpPr>
        <p:spPr>
          <a:xfrm>
            <a:off x="1167492" y="45085"/>
            <a:ext cx="9779183" cy="1600835"/>
          </a:xfrm>
        </p:spPr>
        <p:txBody>
          <a:bodyPr anchor="b">
            <a:noAutofit/>
          </a:bodyPr>
          <a:lstStyle>
            <a:lvl1pPr>
              <a:defRPr sz="4200" b="1">
                <a:latin typeface="+mj-lt"/>
              </a:defRPr>
            </a:lvl1pPr>
          </a:lstStyle>
          <a:p>
            <a:r>
              <a:rPr lang="en-US"/>
              <a:t>Click to add title</a:t>
            </a:r>
          </a:p>
        </p:txBody>
      </p:sp>
      <p:sp>
        <p:nvSpPr>
          <p:cNvPr id="3" name="Content Placeholder 2">
            <a:extLst>
              <a:ext uri="{FF2B5EF4-FFF2-40B4-BE49-F238E27FC236}">
                <a16:creationId xmlns:a16="http://schemas.microsoft.com/office/drawing/2014/main" id="{CA1EED44-783E-8705-4119-D7E9F7D4F2B4}"/>
              </a:ext>
            </a:extLst>
          </p:cNvPr>
          <p:cNvSpPr>
            <a:spLocks noGrp="1"/>
          </p:cNvSpPr>
          <p:nvPr>
            <p:ph idx="14" hasCustomPrompt="1"/>
          </p:nvPr>
        </p:nvSpPr>
        <p:spPr>
          <a:xfrm>
            <a:off x="1166087" y="2652713"/>
            <a:ext cx="9780587" cy="3436936"/>
          </a:xfrm>
        </p:spPr>
        <p:txBody>
          <a:bodyPr>
            <a:normAutofit/>
          </a:bodyPr>
          <a:lstStyle>
            <a:lvl1pPr marL="342900" indent="-283464">
              <a:spcBef>
                <a:spcPts val="1000"/>
              </a:spcBef>
              <a:buFont typeface="Arial" panose="020B0604020202020204" pitchFamily="34" charset="0"/>
              <a:buChar char="•"/>
              <a:defRPr sz="2000">
                <a:solidFill>
                  <a:schemeClr val="bg1"/>
                </a:solidFill>
                <a:latin typeface="+mn-lt"/>
              </a:defRPr>
            </a:lvl1pPr>
            <a:lvl2pPr marL="566928" indent="-283464">
              <a:spcBef>
                <a:spcPts val="1000"/>
              </a:spcBef>
              <a:buFont typeface="Arial" panose="020B0604020202020204" pitchFamily="34" charset="0"/>
              <a:buChar char="•"/>
              <a:defRPr sz="2000">
                <a:solidFill>
                  <a:schemeClr val="bg1"/>
                </a:solidFill>
                <a:latin typeface="+mn-lt"/>
              </a:defRPr>
            </a:lvl2pPr>
            <a:lvl3pPr marL="850392" indent="-283464">
              <a:spcBef>
                <a:spcPts val="1000"/>
              </a:spcBef>
              <a:buFont typeface="Arial" panose="020B0604020202020204" pitchFamily="34" charset="0"/>
              <a:buChar char="•"/>
              <a:defRPr sz="2000">
                <a:solidFill>
                  <a:schemeClr val="bg1"/>
                </a:solidFill>
                <a:latin typeface="+mn-lt"/>
              </a:defRPr>
            </a:lvl3pPr>
            <a:lvl4pPr marL="1097280" indent="-283464">
              <a:spcBef>
                <a:spcPts val="1000"/>
              </a:spcBef>
              <a:buFont typeface="Arial" panose="020B0604020202020204" pitchFamily="34" charset="0"/>
              <a:buChar char="•"/>
              <a:defRPr sz="2000">
                <a:solidFill>
                  <a:schemeClr val="bg1"/>
                </a:solidFill>
                <a:latin typeface="+mn-lt"/>
              </a:defRPr>
            </a:lvl4pPr>
            <a:lvl5pPr marL="1371600" indent="-283464">
              <a:spcBef>
                <a:spcPts val="1000"/>
              </a:spcBef>
              <a:buFont typeface="Arial" panose="020B0604020202020204" pitchFamily="34" charset="0"/>
              <a:buChar char="•"/>
              <a:defRPr sz="2000">
                <a:solidFill>
                  <a:schemeClr val="bg1"/>
                </a:solidFill>
                <a:latin typeface="+mn-lt"/>
              </a:defRPr>
            </a:lvl5pPr>
          </a:lstStyle>
          <a:p>
            <a:pPr lvl="0"/>
            <a:r>
              <a:rPr lang="en-US"/>
              <a:t>Click to add text</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E95D4F5-F69B-42F6-8A9D-330F696E144B}"/>
              </a:ext>
            </a:extLst>
          </p:cNvPr>
          <p:cNvSpPr>
            <a:spLocks noGrp="1"/>
          </p:cNvSpPr>
          <p:nvPr>
            <p:ph type="dt" sz="half" idx="10"/>
          </p:nvPr>
        </p:nvSpPr>
        <p:spPr/>
        <p:txBody>
          <a:bodyPr>
            <a:noAutofit/>
          </a:bodyPr>
          <a:lstStyle>
            <a:lvl1pPr>
              <a:defRPr>
                <a:solidFill>
                  <a:schemeClr val="accent2"/>
                </a:solidFill>
                <a:latin typeface="+mn-lt"/>
              </a:defRPr>
            </a:lvl1pPr>
          </a:lstStyle>
          <a:p>
            <a:r>
              <a:rPr lang="en-US"/>
              <a:t>9/8/20XX</a:t>
            </a:r>
          </a:p>
        </p:txBody>
      </p:sp>
      <p:sp>
        <p:nvSpPr>
          <p:cNvPr id="5" name="Footer Placeholder 4">
            <a:extLst>
              <a:ext uri="{FF2B5EF4-FFF2-40B4-BE49-F238E27FC236}">
                <a16:creationId xmlns:a16="http://schemas.microsoft.com/office/drawing/2014/main" id="{FA79A23A-2238-4904-8692-9F2DAE8B8FC9}"/>
              </a:ext>
            </a:extLst>
          </p:cNvPr>
          <p:cNvSpPr>
            <a:spLocks noGrp="1"/>
          </p:cNvSpPr>
          <p:nvPr>
            <p:ph type="ftr" sz="quarter" idx="11"/>
          </p:nvPr>
        </p:nvSpPr>
        <p:spPr/>
        <p:txBody>
          <a:bodyPr>
            <a:noAutofit/>
          </a:bodyPr>
          <a:lstStyle>
            <a:lvl1pPr>
              <a:defRPr>
                <a:solidFill>
                  <a:schemeClr val="accent2"/>
                </a:solidFill>
                <a:latin typeface="+mn-lt"/>
              </a:defRPr>
            </a:lvl1pPr>
          </a:lstStyle>
          <a:p>
            <a:endParaRPr lang="en-US"/>
          </a:p>
        </p:txBody>
      </p:sp>
      <p:sp>
        <p:nvSpPr>
          <p:cNvPr id="6" name="Slide Number Placeholder 5">
            <a:extLst>
              <a:ext uri="{FF2B5EF4-FFF2-40B4-BE49-F238E27FC236}">
                <a16:creationId xmlns:a16="http://schemas.microsoft.com/office/drawing/2014/main" id="{DB69FC35-DDC8-45FB-8ACB-21C15F57C1F1}"/>
              </a:ext>
            </a:extLst>
          </p:cNvPr>
          <p:cNvSpPr>
            <a:spLocks noGrp="1"/>
          </p:cNvSpPr>
          <p:nvPr>
            <p:ph type="sldNum" sz="quarter" idx="12"/>
          </p:nvPr>
        </p:nvSpPr>
        <p:spPr>
          <a:xfrm>
            <a:off x="10206318" y="6356350"/>
            <a:ext cx="1604682" cy="365125"/>
          </a:xfrm>
        </p:spPr>
        <p:txBody>
          <a:bodyPr>
            <a:noAutofit/>
          </a:bodyPr>
          <a:lstStyle>
            <a:lvl1pPr>
              <a:defRPr>
                <a:solidFill>
                  <a:schemeClr val="accent3"/>
                </a:solidFill>
                <a:latin typeface="+mn-lt"/>
              </a:defRPr>
            </a:lvl1pPr>
          </a:lstStyle>
          <a:p>
            <a:fld id="{294A09A9-5501-47C1-A89A-A340965A2BE2}" type="slidenum">
              <a:rPr lang="en-US" smtClean="0"/>
              <a:pPr/>
              <a:t>‹#›</a:t>
            </a:fld>
            <a:endParaRPr lang="en-US"/>
          </a:p>
        </p:txBody>
      </p:sp>
    </p:spTree>
    <p:extLst>
      <p:ext uri="{BB962C8B-B14F-4D97-AF65-F5344CB8AC3E}">
        <p14:creationId xmlns:p14="http://schemas.microsoft.com/office/powerpoint/2010/main" val="288317691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 preserve="1">
  <p:cSld name="Section title">
    <p:spTree>
      <p:nvGrpSpPr>
        <p:cNvPr id="1" name=""/>
        <p:cNvGrpSpPr/>
        <p:nvPr/>
      </p:nvGrpSpPr>
      <p:grpSpPr>
        <a:xfrm>
          <a:off x="0" y="0"/>
          <a:ext cx="0" cy="0"/>
          <a:chOff x="0" y="0"/>
          <a:chExt cx="0" cy="0"/>
        </a:xfrm>
      </p:grpSpPr>
      <p:grpSp>
        <p:nvGrpSpPr>
          <p:cNvPr id="4" name="Group 3">
            <a:extLst>
              <a:ext uri="{FF2B5EF4-FFF2-40B4-BE49-F238E27FC236}">
                <a16:creationId xmlns:a16="http://schemas.microsoft.com/office/drawing/2014/main" id="{95FBCE6F-2AA9-31FE-8148-33B480735599}"/>
              </a:ext>
              <a:ext uri="{C183D7F6-B498-43B3-948B-1728B52AA6E4}">
                <adec:decorative xmlns:adec="http://schemas.microsoft.com/office/drawing/2017/decorative" val="1"/>
              </a:ext>
            </a:extLst>
          </p:cNvPr>
          <p:cNvGrpSpPr/>
          <p:nvPr userDrawn="1"/>
        </p:nvGrpSpPr>
        <p:grpSpPr>
          <a:xfrm>
            <a:off x="0" y="0"/>
            <a:ext cx="12192000" cy="6858000"/>
            <a:chOff x="0" y="0"/>
            <a:chExt cx="12192000" cy="6858000"/>
          </a:xfrm>
        </p:grpSpPr>
        <p:sp>
          <p:nvSpPr>
            <p:cNvPr id="23" name="Freeform 22">
              <a:extLst>
                <a:ext uri="{FF2B5EF4-FFF2-40B4-BE49-F238E27FC236}">
                  <a16:creationId xmlns:a16="http://schemas.microsoft.com/office/drawing/2014/main" id="{067EACEC-C2DD-EA42-8504-176673AD1F20}"/>
                </a:ext>
              </a:extLst>
            </p:cNvPr>
            <p:cNvSpPr/>
            <p:nvPr userDrawn="1"/>
          </p:nvSpPr>
          <p:spPr>
            <a:xfrm>
              <a:off x="0" y="0"/>
              <a:ext cx="8025490" cy="6858000"/>
            </a:xfrm>
            <a:custGeom>
              <a:avLst/>
              <a:gdLst>
                <a:gd name="connsiteX0" fmla="*/ 0 w 8025490"/>
                <a:gd name="connsiteY0" fmla="*/ 0 h 6858000"/>
                <a:gd name="connsiteX1" fmla="*/ 4596490 w 8025490"/>
                <a:gd name="connsiteY1" fmla="*/ 0 h 6858000"/>
                <a:gd name="connsiteX2" fmla="*/ 8025490 w 8025490"/>
                <a:gd name="connsiteY2" fmla="*/ 3429000 h 6858000"/>
                <a:gd name="connsiteX3" fmla="*/ 4596490 w 8025490"/>
                <a:gd name="connsiteY3" fmla="*/ 6858000 h 6858000"/>
                <a:gd name="connsiteX4" fmla="*/ 0 w 8025490"/>
                <a:gd name="connsiteY4" fmla="*/ 685800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025490" h="6858000">
                  <a:moveTo>
                    <a:pt x="0" y="0"/>
                  </a:moveTo>
                  <a:lnTo>
                    <a:pt x="4596490" y="0"/>
                  </a:lnTo>
                  <a:cubicBezTo>
                    <a:pt x="6490274" y="0"/>
                    <a:pt x="8025490" y="1535216"/>
                    <a:pt x="8025490" y="3429000"/>
                  </a:cubicBezTo>
                  <a:cubicBezTo>
                    <a:pt x="8025490" y="5322784"/>
                    <a:pt x="6490274" y="6858000"/>
                    <a:pt x="4596490" y="6858000"/>
                  </a:cubicBezTo>
                  <a:lnTo>
                    <a:pt x="0" y="6858000"/>
                  </a:ln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grpSp>
          <p:nvGrpSpPr>
            <p:cNvPr id="6" name="Group 5">
              <a:extLst>
                <a:ext uri="{FF2B5EF4-FFF2-40B4-BE49-F238E27FC236}">
                  <a16:creationId xmlns:a16="http://schemas.microsoft.com/office/drawing/2014/main" id="{89843C7E-5704-7A46-8974-F3BFA42E7310}"/>
                </a:ext>
              </a:extLst>
            </p:cNvPr>
            <p:cNvGrpSpPr/>
            <p:nvPr userDrawn="1"/>
          </p:nvGrpSpPr>
          <p:grpSpPr>
            <a:xfrm rot="16200000">
              <a:off x="8286528" y="2207195"/>
              <a:ext cx="3032351" cy="2443610"/>
              <a:chOff x="9857014" y="13834"/>
              <a:chExt cx="2334986" cy="1881641"/>
            </a:xfrm>
          </p:grpSpPr>
          <p:sp>
            <p:nvSpPr>
              <p:cNvPr id="15" name="Freeform 14">
                <a:extLst>
                  <a:ext uri="{FF2B5EF4-FFF2-40B4-BE49-F238E27FC236}">
                    <a16:creationId xmlns:a16="http://schemas.microsoft.com/office/drawing/2014/main" id="{EFBF1E52-11FA-DC48-B7AD-75734232FFE8}"/>
                  </a:ext>
                </a:extLst>
              </p:cNvPr>
              <p:cNvSpPr/>
              <p:nvPr userDrawn="1"/>
            </p:nvSpPr>
            <p:spPr>
              <a:xfrm rot="5400000" flipH="1" flipV="1">
                <a:off x="10667433" y="370908"/>
                <a:ext cx="1881641" cy="1167493"/>
              </a:xfrm>
              <a:custGeom>
                <a:avLst/>
                <a:gdLst>
                  <a:gd name="connsiteX0" fmla="*/ 1881641 w 1881641"/>
                  <a:gd name="connsiteY0" fmla="*/ 1167473 h 1167493"/>
                  <a:gd name="connsiteX1" fmla="*/ 1881641 w 1881641"/>
                  <a:gd name="connsiteY1" fmla="*/ 1167493 h 1167493"/>
                  <a:gd name="connsiteX2" fmla="*/ 1167493 w 1881641"/>
                  <a:gd name="connsiteY2" fmla="*/ 1167493 h 1167493"/>
                  <a:gd name="connsiteX3" fmla="*/ 0 w 1881641"/>
                  <a:gd name="connsiteY3" fmla="*/ 0 h 1167493"/>
                  <a:gd name="connsiteX4" fmla="*/ 714149 w 1881641"/>
                  <a:gd name="connsiteY4" fmla="*/ 0 h 1167493"/>
                  <a:gd name="connsiteX5" fmla="*/ 1875614 w 1881641"/>
                  <a:gd name="connsiteY5" fmla="*/ 1048124 h 1167493"/>
                  <a:gd name="connsiteX6" fmla="*/ 1881641 w 1881641"/>
                  <a:gd name="connsiteY6" fmla="*/ 1167473 h 11674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881641" h="1167493">
                    <a:moveTo>
                      <a:pt x="1881641" y="1167473"/>
                    </a:moveTo>
                    <a:lnTo>
                      <a:pt x="1881641" y="1167493"/>
                    </a:lnTo>
                    <a:lnTo>
                      <a:pt x="1167493" y="1167493"/>
                    </a:lnTo>
                    <a:cubicBezTo>
                      <a:pt x="522704" y="1167493"/>
                      <a:pt x="0" y="644789"/>
                      <a:pt x="0" y="0"/>
                    </a:cubicBezTo>
                    <a:lnTo>
                      <a:pt x="714149" y="0"/>
                    </a:lnTo>
                    <a:cubicBezTo>
                      <a:pt x="1318639" y="0"/>
                      <a:pt x="1815827" y="459408"/>
                      <a:pt x="1875614" y="1048124"/>
                    </a:cubicBezTo>
                    <a:lnTo>
                      <a:pt x="1881641" y="1167473"/>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6" name="Freeform 15">
                <a:extLst>
                  <a:ext uri="{FF2B5EF4-FFF2-40B4-BE49-F238E27FC236}">
                    <a16:creationId xmlns:a16="http://schemas.microsoft.com/office/drawing/2014/main" id="{4850B620-49F5-3748-84AF-682555D52792}"/>
                  </a:ext>
                </a:extLst>
              </p:cNvPr>
              <p:cNvSpPr/>
              <p:nvPr userDrawn="1"/>
            </p:nvSpPr>
            <p:spPr>
              <a:xfrm rot="16200000" flipV="1">
                <a:off x="9499940" y="370908"/>
                <a:ext cx="1881641" cy="1167493"/>
              </a:xfrm>
              <a:custGeom>
                <a:avLst/>
                <a:gdLst>
                  <a:gd name="connsiteX0" fmla="*/ 1881641 w 1881641"/>
                  <a:gd name="connsiteY0" fmla="*/ 1167473 h 1167493"/>
                  <a:gd name="connsiteX1" fmla="*/ 1881641 w 1881641"/>
                  <a:gd name="connsiteY1" fmla="*/ 1167493 h 1167493"/>
                  <a:gd name="connsiteX2" fmla="*/ 1167493 w 1881641"/>
                  <a:gd name="connsiteY2" fmla="*/ 1167493 h 1167493"/>
                  <a:gd name="connsiteX3" fmla="*/ 0 w 1881641"/>
                  <a:gd name="connsiteY3" fmla="*/ 0 h 1167493"/>
                  <a:gd name="connsiteX4" fmla="*/ 714149 w 1881641"/>
                  <a:gd name="connsiteY4" fmla="*/ 0 h 1167493"/>
                  <a:gd name="connsiteX5" fmla="*/ 1875614 w 1881641"/>
                  <a:gd name="connsiteY5" fmla="*/ 1048124 h 1167493"/>
                  <a:gd name="connsiteX6" fmla="*/ 1881641 w 1881641"/>
                  <a:gd name="connsiteY6" fmla="*/ 1167473 h 11674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881641" h="1167493">
                    <a:moveTo>
                      <a:pt x="1881641" y="1167473"/>
                    </a:moveTo>
                    <a:lnTo>
                      <a:pt x="1881641" y="1167493"/>
                    </a:lnTo>
                    <a:lnTo>
                      <a:pt x="1167493" y="1167493"/>
                    </a:lnTo>
                    <a:cubicBezTo>
                      <a:pt x="522704" y="1167493"/>
                      <a:pt x="0" y="644789"/>
                      <a:pt x="0" y="0"/>
                    </a:cubicBezTo>
                    <a:lnTo>
                      <a:pt x="714149" y="0"/>
                    </a:lnTo>
                    <a:cubicBezTo>
                      <a:pt x="1318639" y="0"/>
                      <a:pt x="1815827" y="459408"/>
                      <a:pt x="1875614" y="1048124"/>
                    </a:cubicBezTo>
                    <a:lnTo>
                      <a:pt x="1881641" y="1167473"/>
                    </a:lnTo>
                    <a:close/>
                  </a:path>
                </a:pathLst>
              </a:cu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grpSp>
        <p:sp>
          <p:nvSpPr>
            <p:cNvPr id="17" name="Freeform 16">
              <a:extLst>
                <a:ext uri="{FF2B5EF4-FFF2-40B4-BE49-F238E27FC236}">
                  <a16:creationId xmlns:a16="http://schemas.microsoft.com/office/drawing/2014/main" id="{0B179973-08D2-EF40-B516-35E75E906394}"/>
                </a:ext>
              </a:extLst>
            </p:cNvPr>
            <p:cNvSpPr/>
            <p:nvPr userDrawn="1"/>
          </p:nvSpPr>
          <p:spPr>
            <a:xfrm flipH="1">
              <a:off x="8580896" y="1"/>
              <a:ext cx="3611104" cy="3611104"/>
            </a:xfrm>
            <a:custGeom>
              <a:avLst/>
              <a:gdLst>
                <a:gd name="connsiteX0" fmla="*/ 0 w 1167493"/>
                <a:gd name="connsiteY0" fmla="*/ 0 h 1167493"/>
                <a:gd name="connsiteX1" fmla="*/ 1167493 w 1167493"/>
                <a:gd name="connsiteY1" fmla="*/ 0 h 1167493"/>
                <a:gd name="connsiteX2" fmla="*/ 0 w 1167493"/>
                <a:gd name="connsiteY2" fmla="*/ 1167493 h 1167493"/>
                <a:gd name="connsiteX3" fmla="*/ 0 w 1167493"/>
                <a:gd name="connsiteY3" fmla="*/ 0 h 1167493"/>
              </a:gdLst>
              <a:ahLst/>
              <a:cxnLst>
                <a:cxn ang="0">
                  <a:pos x="connsiteX0" y="connsiteY0"/>
                </a:cxn>
                <a:cxn ang="0">
                  <a:pos x="connsiteX1" y="connsiteY1"/>
                </a:cxn>
                <a:cxn ang="0">
                  <a:pos x="connsiteX2" y="connsiteY2"/>
                </a:cxn>
                <a:cxn ang="0">
                  <a:pos x="connsiteX3" y="connsiteY3"/>
                </a:cxn>
              </a:cxnLst>
              <a:rect l="l" t="t" r="r" b="b"/>
              <a:pathLst>
                <a:path w="1167493" h="1167493">
                  <a:moveTo>
                    <a:pt x="0" y="0"/>
                  </a:moveTo>
                  <a:lnTo>
                    <a:pt x="1167493" y="0"/>
                  </a:lnTo>
                  <a:cubicBezTo>
                    <a:pt x="522704" y="0"/>
                    <a:pt x="0" y="522704"/>
                    <a:pt x="0" y="1167493"/>
                  </a:cubicBezTo>
                  <a:lnTo>
                    <a:pt x="0" y="0"/>
                  </a:lnTo>
                  <a:close/>
                </a:path>
              </a:pathLst>
            </a:cu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8" name="Freeform 17">
              <a:extLst>
                <a:ext uri="{FF2B5EF4-FFF2-40B4-BE49-F238E27FC236}">
                  <a16:creationId xmlns:a16="http://schemas.microsoft.com/office/drawing/2014/main" id="{6C811FF3-E48A-194D-8022-65F8C3A17449}"/>
                </a:ext>
              </a:extLst>
            </p:cNvPr>
            <p:cNvSpPr/>
            <p:nvPr userDrawn="1"/>
          </p:nvSpPr>
          <p:spPr>
            <a:xfrm flipH="1">
              <a:off x="8580896" y="3246896"/>
              <a:ext cx="3611104" cy="3611104"/>
            </a:xfrm>
            <a:custGeom>
              <a:avLst/>
              <a:gdLst>
                <a:gd name="connsiteX0" fmla="*/ 0 w 1167493"/>
                <a:gd name="connsiteY0" fmla="*/ 0 h 1167493"/>
                <a:gd name="connsiteX1" fmla="*/ 1167493 w 1167493"/>
                <a:gd name="connsiteY1" fmla="*/ 1167493 h 1167493"/>
                <a:gd name="connsiteX2" fmla="*/ 0 w 1167493"/>
                <a:gd name="connsiteY2" fmla="*/ 1167493 h 1167493"/>
                <a:gd name="connsiteX3" fmla="*/ 0 w 1167493"/>
                <a:gd name="connsiteY3" fmla="*/ 0 h 1167493"/>
              </a:gdLst>
              <a:ahLst/>
              <a:cxnLst>
                <a:cxn ang="0">
                  <a:pos x="connsiteX0" y="connsiteY0"/>
                </a:cxn>
                <a:cxn ang="0">
                  <a:pos x="connsiteX1" y="connsiteY1"/>
                </a:cxn>
                <a:cxn ang="0">
                  <a:pos x="connsiteX2" y="connsiteY2"/>
                </a:cxn>
                <a:cxn ang="0">
                  <a:pos x="connsiteX3" y="connsiteY3"/>
                </a:cxn>
              </a:cxnLst>
              <a:rect l="l" t="t" r="r" b="b"/>
              <a:pathLst>
                <a:path w="1167493" h="1167493">
                  <a:moveTo>
                    <a:pt x="0" y="0"/>
                  </a:moveTo>
                  <a:cubicBezTo>
                    <a:pt x="0" y="644789"/>
                    <a:pt x="522704" y="1167493"/>
                    <a:pt x="1167493" y="1167493"/>
                  </a:cubicBezTo>
                  <a:lnTo>
                    <a:pt x="0" y="1167493"/>
                  </a:lnTo>
                  <a:lnTo>
                    <a:pt x="0" y="0"/>
                  </a:lnTo>
                  <a:close/>
                </a:path>
              </a:pathLst>
            </a:cu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grpSp>
      <p:sp>
        <p:nvSpPr>
          <p:cNvPr id="2" name="Title 1">
            <a:extLst>
              <a:ext uri="{FF2B5EF4-FFF2-40B4-BE49-F238E27FC236}">
                <a16:creationId xmlns:a16="http://schemas.microsoft.com/office/drawing/2014/main" id="{494248F2-5264-4601-AA0B-6C092F77F2DD}"/>
              </a:ext>
            </a:extLst>
          </p:cNvPr>
          <p:cNvSpPr>
            <a:spLocks noGrp="1"/>
          </p:cNvSpPr>
          <p:nvPr>
            <p:ph type="ctrTitle" hasCustomPrompt="1"/>
          </p:nvPr>
        </p:nvSpPr>
        <p:spPr>
          <a:xfrm>
            <a:off x="1167494" y="177553"/>
            <a:ext cx="6245912" cy="3269447"/>
          </a:xfrm>
        </p:spPr>
        <p:txBody>
          <a:bodyPr bIns="0" anchor="b">
            <a:noAutofit/>
          </a:bodyPr>
          <a:lstStyle>
            <a:lvl1pPr algn="l">
              <a:defRPr sz="6000" b="1">
                <a:solidFill>
                  <a:schemeClr val="bg1"/>
                </a:solidFill>
                <a:latin typeface="+mj-lt"/>
              </a:defRPr>
            </a:lvl1pPr>
          </a:lstStyle>
          <a:p>
            <a:r>
              <a:rPr lang="en-US"/>
              <a:t>Click to add title</a:t>
            </a:r>
          </a:p>
        </p:txBody>
      </p:sp>
      <p:sp>
        <p:nvSpPr>
          <p:cNvPr id="3" name="Subtitle 2">
            <a:extLst>
              <a:ext uri="{FF2B5EF4-FFF2-40B4-BE49-F238E27FC236}">
                <a16:creationId xmlns:a16="http://schemas.microsoft.com/office/drawing/2014/main" id="{DCFB69D3-5632-4285-A209-9DCA67DA668C}"/>
              </a:ext>
            </a:extLst>
          </p:cNvPr>
          <p:cNvSpPr>
            <a:spLocks noGrp="1"/>
          </p:cNvSpPr>
          <p:nvPr>
            <p:ph type="subTitle" idx="1" hasCustomPrompt="1"/>
          </p:nvPr>
        </p:nvSpPr>
        <p:spPr>
          <a:xfrm>
            <a:off x="1167494" y="3492896"/>
            <a:ext cx="6245912" cy="912850"/>
          </a:xfrm>
        </p:spPr>
        <p:txBody>
          <a:bodyPr anchor="ctr" anchorCtr="0">
            <a:noAutofit/>
          </a:bodyPr>
          <a:lstStyle>
            <a:lvl1pPr marL="0" indent="0" algn="l">
              <a:buNone/>
              <a:defRPr sz="3200">
                <a:solidFill>
                  <a:schemeClr val="bg1"/>
                </a:solidFill>
                <a:latin typeface="+mn-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add subtitle</a:t>
            </a:r>
          </a:p>
        </p:txBody>
      </p:sp>
    </p:spTree>
    <p:extLst>
      <p:ext uri="{BB962C8B-B14F-4D97-AF65-F5344CB8AC3E}">
        <p14:creationId xmlns:p14="http://schemas.microsoft.com/office/powerpoint/2010/main" val="98652940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itle and 2 Column Content">
    <p:spTree>
      <p:nvGrpSpPr>
        <p:cNvPr id="1" name=""/>
        <p:cNvGrpSpPr/>
        <p:nvPr/>
      </p:nvGrpSpPr>
      <p:grpSpPr>
        <a:xfrm>
          <a:off x="0" y="0"/>
          <a:ext cx="0" cy="0"/>
          <a:chOff x="0" y="0"/>
          <a:chExt cx="0" cy="0"/>
        </a:xfrm>
      </p:grpSpPr>
      <p:grpSp>
        <p:nvGrpSpPr>
          <p:cNvPr id="16" name="Group 15">
            <a:extLst>
              <a:ext uri="{FF2B5EF4-FFF2-40B4-BE49-F238E27FC236}">
                <a16:creationId xmlns:a16="http://schemas.microsoft.com/office/drawing/2014/main" id="{14DB56B5-5DD7-95E3-52B2-EDC4B3F13058}"/>
              </a:ext>
              <a:ext uri="{C183D7F6-B498-43B3-948B-1728B52AA6E4}">
                <adec:decorative xmlns:adec="http://schemas.microsoft.com/office/drawing/2017/decorative" val="1"/>
              </a:ext>
            </a:extLst>
          </p:cNvPr>
          <p:cNvGrpSpPr/>
          <p:nvPr userDrawn="1"/>
        </p:nvGrpSpPr>
        <p:grpSpPr>
          <a:xfrm>
            <a:off x="1" y="0"/>
            <a:ext cx="12191999" cy="6858000"/>
            <a:chOff x="1" y="0"/>
            <a:chExt cx="12191999" cy="6858000"/>
          </a:xfrm>
        </p:grpSpPr>
        <p:sp>
          <p:nvSpPr>
            <p:cNvPr id="4" name="Freeform 3">
              <a:extLst>
                <a:ext uri="{FF2B5EF4-FFF2-40B4-BE49-F238E27FC236}">
                  <a16:creationId xmlns:a16="http://schemas.microsoft.com/office/drawing/2014/main" id="{6A7F6A3F-E1DD-A246-9A6D-5F9B18BA2588}"/>
                </a:ext>
              </a:extLst>
            </p:cNvPr>
            <p:cNvSpPr/>
            <p:nvPr userDrawn="1"/>
          </p:nvSpPr>
          <p:spPr>
            <a:xfrm flipH="1">
              <a:off x="8580896" y="1"/>
              <a:ext cx="3611104" cy="3611104"/>
            </a:xfrm>
            <a:custGeom>
              <a:avLst/>
              <a:gdLst>
                <a:gd name="connsiteX0" fmla="*/ 0 w 1167493"/>
                <a:gd name="connsiteY0" fmla="*/ 0 h 1167493"/>
                <a:gd name="connsiteX1" fmla="*/ 1167493 w 1167493"/>
                <a:gd name="connsiteY1" fmla="*/ 0 h 1167493"/>
                <a:gd name="connsiteX2" fmla="*/ 0 w 1167493"/>
                <a:gd name="connsiteY2" fmla="*/ 1167493 h 1167493"/>
                <a:gd name="connsiteX3" fmla="*/ 0 w 1167493"/>
                <a:gd name="connsiteY3" fmla="*/ 0 h 1167493"/>
              </a:gdLst>
              <a:ahLst/>
              <a:cxnLst>
                <a:cxn ang="0">
                  <a:pos x="connsiteX0" y="connsiteY0"/>
                </a:cxn>
                <a:cxn ang="0">
                  <a:pos x="connsiteX1" y="connsiteY1"/>
                </a:cxn>
                <a:cxn ang="0">
                  <a:pos x="connsiteX2" y="connsiteY2"/>
                </a:cxn>
                <a:cxn ang="0">
                  <a:pos x="connsiteX3" y="connsiteY3"/>
                </a:cxn>
              </a:cxnLst>
              <a:rect l="l" t="t" r="r" b="b"/>
              <a:pathLst>
                <a:path w="1167493" h="1167493">
                  <a:moveTo>
                    <a:pt x="0" y="0"/>
                  </a:moveTo>
                  <a:lnTo>
                    <a:pt x="1167493" y="0"/>
                  </a:lnTo>
                  <a:cubicBezTo>
                    <a:pt x="522704" y="0"/>
                    <a:pt x="0" y="522704"/>
                    <a:pt x="0" y="1167493"/>
                  </a:cubicBezTo>
                  <a:lnTo>
                    <a:pt x="0" y="0"/>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5" name="Freeform 4">
              <a:extLst>
                <a:ext uri="{FF2B5EF4-FFF2-40B4-BE49-F238E27FC236}">
                  <a16:creationId xmlns:a16="http://schemas.microsoft.com/office/drawing/2014/main" id="{055FD0FC-C8FF-6741-A364-A29CDC6F9495}"/>
                </a:ext>
              </a:extLst>
            </p:cNvPr>
            <p:cNvSpPr/>
            <p:nvPr userDrawn="1"/>
          </p:nvSpPr>
          <p:spPr>
            <a:xfrm flipH="1">
              <a:off x="8580896" y="3246896"/>
              <a:ext cx="3611104" cy="3611104"/>
            </a:xfrm>
            <a:custGeom>
              <a:avLst/>
              <a:gdLst>
                <a:gd name="connsiteX0" fmla="*/ 0 w 1167493"/>
                <a:gd name="connsiteY0" fmla="*/ 0 h 1167493"/>
                <a:gd name="connsiteX1" fmla="*/ 1167493 w 1167493"/>
                <a:gd name="connsiteY1" fmla="*/ 1167493 h 1167493"/>
                <a:gd name="connsiteX2" fmla="*/ 0 w 1167493"/>
                <a:gd name="connsiteY2" fmla="*/ 1167493 h 1167493"/>
                <a:gd name="connsiteX3" fmla="*/ 0 w 1167493"/>
                <a:gd name="connsiteY3" fmla="*/ 0 h 1167493"/>
              </a:gdLst>
              <a:ahLst/>
              <a:cxnLst>
                <a:cxn ang="0">
                  <a:pos x="connsiteX0" y="connsiteY0"/>
                </a:cxn>
                <a:cxn ang="0">
                  <a:pos x="connsiteX1" y="connsiteY1"/>
                </a:cxn>
                <a:cxn ang="0">
                  <a:pos x="connsiteX2" y="connsiteY2"/>
                </a:cxn>
                <a:cxn ang="0">
                  <a:pos x="connsiteX3" y="connsiteY3"/>
                </a:cxn>
              </a:cxnLst>
              <a:rect l="l" t="t" r="r" b="b"/>
              <a:pathLst>
                <a:path w="1167493" h="1167493">
                  <a:moveTo>
                    <a:pt x="0" y="0"/>
                  </a:moveTo>
                  <a:cubicBezTo>
                    <a:pt x="0" y="644789"/>
                    <a:pt x="522704" y="1167493"/>
                    <a:pt x="1167493" y="1167493"/>
                  </a:cubicBezTo>
                  <a:lnTo>
                    <a:pt x="0" y="1167493"/>
                  </a:lnTo>
                  <a:lnTo>
                    <a:pt x="0" y="0"/>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6" name="Freeform 5">
              <a:extLst>
                <a:ext uri="{FF2B5EF4-FFF2-40B4-BE49-F238E27FC236}">
                  <a16:creationId xmlns:a16="http://schemas.microsoft.com/office/drawing/2014/main" id="{D11C9832-A021-954E-A34F-2988D1189AE9}"/>
                </a:ext>
              </a:extLst>
            </p:cNvPr>
            <p:cNvSpPr/>
            <p:nvPr userDrawn="1"/>
          </p:nvSpPr>
          <p:spPr>
            <a:xfrm>
              <a:off x="1" y="0"/>
              <a:ext cx="933856" cy="933856"/>
            </a:xfrm>
            <a:custGeom>
              <a:avLst/>
              <a:gdLst>
                <a:gd name="connsiteX0" fmla="*/ 0 w 862693"/>
                <a:gd name="connsiteY0" fmla="*/ 0 h 862693"/>
                <a:gd name="connsiteX1" fmla="*/ 862693 w 862693"/>
                <a:gd name="connsiteY1" fmla="*/ 0 h 862693"/>
                <a:gd name="connsiteX2" fmla="*/ 0 w 862693"/>
                <a:gd name="connsiteY2" fmla="*/ 862693 h 862693"/>
                <a:gd name="connsiteX3" fmla="*/ 0 w 862693"/>
                <a:gd name="connsiteY3" fmla="*/ 0 h 862693"/>
              </a:gdLst>
              <a:ahLst/>
              <a:cxnLst>
                <a:cxn ang="0">
                  <a:pos x="connsiteX0" y="connsiteY0"/>
                </a:cxn>
                <a:cxn ang="0">
                  <a:pos x="connsiteX1" y="connsiteY1"/>
                </a:cxn>
                <a:cxn ang="0">
                  <a:pos x="connsiteX2" y="connsiteY2"/>
                </a:cxn>
                <a:cxn ang="0">
                  <a:pos x="connsiteX3" y="connsiteY3"/>
                </a:cxn>
              </a:cxnLst>
              <a:rect l="l" t="t" r="r" b="b"/>
              <a:pathLst>
                <a:path w="862693" h="862693">
                  <a:moveTo>
                    <a:pt x="0" y="0"/>
                  </a:moveTo>
                  <a:lnTo>
                    <a:pt x="862693" y="0"/>
                  </a:lnTo>
                  <a:cubicBezTo>
                    <a:pt x="862693" y="476453"/>
                    <a:pt x="476452" y="862693"/>
                    <a:pt x="0" y="862693"/>
                  </a:cubicBezTo>
                  <a:lnTo>
                    <a:pt x="0" y="0"/>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grpSp>
          <p:nvGrpSpPr>
            <p:cNvPr id="9" name="Group 8">
              <a:extLst>
                <a:ext uri="{FF2B5EF4-FFF2-40B4-BE49-F238E27FC236}">
                  <a16:creationId xmlns:a16="http://schemas.microsoft.com/office/drawing/2014/main" id="{9861BC34-DFBF-2D4F-B463-FCFBC08391FF}"/>
                </a:ext>
              </a:extLst>
            </p:cNvPr>
            <p:cNvGrpSpPr/>
            <p:nvPr userDrawn="1"/>
          </p:nvGrpSpPr>
          <p:grpSpPr>
            <a:xfrm>
              <a:off x="8082092" y="5590903"/>
              <a:ext cx="1572380" cy="1267097"/>
              <a:chOff x="7413403" y="4976359"/>
              <a:chExt cx="2334986" cy="1881641"/>
            </a:xfrm>
          </p:grpSpPr>
          <p:sp>
            <p:nvSpPr>
              <p:cNvPr id="7" name="Freeform 6">
                <a:extLst>
                  <a:ext uri="{FF2B5EF4-FFF2-40B4-BE49-F238E27FC236}">
                    <a16:creationId xmlns:a16="http://schemas.microsoft.com/office/drawing/2014/main" id="{55C37C19-F268-4A43-A0D4-3B1B38D48952}"/>
                  </a:ext>
                </a:extLst>
              </p:cNvPr>
              <p:cNvSpPr/>
              <p:nvPr userDrawn="1"/>
            </p:nvSpPr>
            <p:spPr>
              <a:xfrm rot="5400000" flipH="1" flipV="1">
                <a:off x="8223822" y="5333433"/>
                <a:ext cx="1881641" cy="1167493"/>
              </a:xfrm>
              <a:custGeom>
                <a:avLst/>
                <a:gdLst>
                  <a:gd name="connsiteX0" fmla="*/ 1881641 w 1881641"/>
                  <a:gd name="connsiteY0" fmla="*/ 1167473 h 1167493"/>
                  <a:gd name="connsiteX1" fmla="*/ 1881641 w 1881641"/>
                  <a:gd name="connsiteY1" fmla="*/ 1167493 h 1167493"/>
                  <a:gd name="connsiteX2" fmla="*/ 1167493 w 1881641"/>
                  <a:gd name="connsiteY2" fmla="*/ 1167493 h 1167493"/>
                  <a:gd name="connsiteX3" fmla="*/ 0 w 1881641"/>
                  <a:gd name="connsiteY3" fmla="*/ 0 h 1167493"/>
                  <a:gd name="connsiteX4" fmla="*/ 714149 w 1881641"/>
                  <a:gd name="connsiteY4" fmla="*/ 0 h 1167493"/>
                  <a:gd name="connsiteX5" fmla="*/ 1875614 w 1881641"/>
                  <a:gd name="connsiteY5" fmla="*/ 1048124 h 1167493"/>
                  <a:gd name="connsiteX6" fmla="*/ 1881641 w 1881641"/>
                  <a:gd name="connsiteY6" fmla="*/ 1167473 h 11674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881641" h="1167493">
                    <a:moveTo>
                      <a:pt x="1881641" y="1167473"/>
                    </a:moveTo>
                    <a:lnTo>
                      <a:pt x="1881641" y="1167493"/>
                    </a:lnTo>
                    <a:lnTo>
                      <a:pt x="1167493" y="1167493"/>
                    </a:lnTo>
                    <a:cubicBezTo>
                      <a:pt x="522704" y="1167493"/>
                      <a:pt x="0" y="644789"/>
                      <a:pt x="0" y="0"/>
                    </a:cubicBezTo>
                    <a:lnTo>
                      <a:pt x="714149" y="0"/>
                    </a:lnTo>
                    <a:cubicBezTo>
                      <a:pt x="1318639" y="0"/>
                      <a:pt x="1815827" y="459408"/>
                      <a:pt x="1875614" y="1048124"/>
                    </a:cubicBezTo>
                    <a:lnTo>
                      <a:pt x="1881641" y="1167473"/>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latin typeface="+mn-lt"/>
                </a:endParaRPr>
              </a:p>
            </p:txBody>
          </p:sp>
          <p:sp>
            <p:nvSpPr>
              <p:cNvPr id="8" name="Freeform 7">
                <a:extLst>
                  <a:ext uri="{FF2B5EF4-FFF2-40B4-BE49-F238E27FC236}">
                    <a16:creationId xmlns:a16="http://schemas.microsoft.com/office/drawing/2014/main" id="{E4F760E5-9D5D-E44F-AEBF-20CA8DE87D11}"/>
                  </a:ext>
                </a:extLst>
              </p:cNvPr>
              <p:cNvSpPr/>
              <p:nvPr userDrawn="1"/>
            </p:nvSpPr>
            <p:spPr>
              <a:xfrm rot="16200000" flipV="1">
                <a:off x="7056329" y="5333433"/>
                <a:ext cx="1881641" cy="1167493"/>
              </a:xfrm>
              <a:custGeom>
                <a:avLst/>
                <a:gdLst>
                  <a:gd name="connsiteX0" fmla="*/ 1881641 w 1881641"/>
                  <a:gd name="connsiteY0" fmla="*/ 1167473 h 1167493"/>
                  <a:gd name="connsiteX1" fmla="*/ 1881641 w 1881641"/>
                  <a:gd name="connsiteY1" fmla="*/ 1167493 h 1167493"/>
                  <a:gd name="connsiteX2" fmla="*/ 1167493 w 1881641"/>
                  <a:gd name="connsiteY2" fmla="*/ 1167493 h 1167493"/>
                  <a:gd name="connsiteX3" fmla="*/ 0 w 1881641"/>
                  <a:gd name="connsiteY3" fmla="*/ 0 h 1167493"/>
                  <a:gd name="connsiteX4" fmla="*/ 714149 w 1881641"/>
                  <a:gd name="connsiteY4" fmla="*/ 0 h 1167493"/>
                  <a:gd name="connsiteX5" fmla="*/ 1875614 w 1881641"/>
                  <a:gd name="connsiteY5" fmla="*/ 1048124 h 1167493"/>
                  <a:gd name="connsiteX6" fmla="*/ 1881641 w 1881641"/>
                  <a:gd name="connsiteY6" fmla="*/ 1167473 h 11674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881641" h="1167493">
                    <a:moveTo>
                      <a:pt x="1881641" y="1167473"/>
                    </a:moveTo>
                    <a:lnTo>
                      <a:pt x="1881641" y="1167493"/>
                    </a:lnTo>
                    <a:lnTo>
                      <a:pt x="1167493" y="1167493"/>
                    </a:lnTo>
                    <a:cubicBezTo>
                      <a:pt x="522704" y="1167493"/>
                      <a:pt x="0" y="644789"/>
                      <a:pt x="0" y="0"/>
                    </a:cubicBezTo>
                    <a:lnTo>
                      <a:pt x="714149" y="0"/>
                    </a:lnTo>
                    <a:cubicBezTo>
                      <a:pt x="1318639" y="0"/>
                      <a:pt x="1815827" y="459408"/>
                      <a:pt x="1875614" y="1048124"/>
                    </a:cubicBezTo>
                    <a:lnTo>
                      <a:pt x="1881641" y="1167473"/>
                    </a:lnTo>
                    <a:close/>
                  </a:path>
                </a:pathLst>
              </a:cu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latin typeface="+mn-lt"/>
                </a:endParaRPr>
              </a:p>
            </p:txBody>
          </p:sp>
        </p:grpSp>
      </p:grpSp>
      <p:sp>
        <p:nvSpPr>
          <p:cNvPr id="2" name="Title 1">
            <a:extLst>
              <a:ext uri="{FF2B5EF4-FFF2-40B4-BE49-F238E27FC236}">
                <a16:creationId xmlns:a16="http://schemas.microsoft.com/office/drawing/2014/main" id="{3CD97974-B93C-4C96-B3F6-F69E3D6DE6CA}"/>
              </a:ext>
            </a:extLst>
          </p:cNvPr>
          <p:cNvSpPr>
            <a:spLocks noGrp="1"/>
          </p:cNvSpPr>
          <p:nvPr>
            <p:ph type="title" hasCustomPrompt="1"/>
          </p:nvPr>
        </p:nvSpPr>
        <p:spPr>
          <a:xfrm>
            <a:off x="1167492" y="136526"/>
            <a:ext cx="9601200" cy="1653371"/>
          </a:xfrm>
        </p:spPr>
        <p:txBody>
          <a:bodyPr anchor="b">
            <a:noAutofit/>
          </a:bodyPr>
          <a:lstStyle>
            <a:lvl1pPr>
              <a:defRPr sz="4200" b="1">
                <a:latin typeface="+mj-lt"/>
              </a:defRPr>
            </a:lvl1pPr>
          </a:lstStyle>
          <a:p>
            <a:r>
              <a:rPr lang="en-US"/>
              <a:t>Click to add title</a:t>
            </a:r>
          </a:p>
        </p:txBody>
      </p:sp>
      <p:sp>
        <p:nvSpPr>
          <p:cNvPr id="3" name="Content Placeholder 2">
            <a:extLst>
              <a:ext uri="{FF2B5EF4-FFF2-40B4-BE49-F238E27FC236}">
                <a16:creationId xmlns:a16="http://schemas.microsoft.com/office/drawing/2014/main" id="{8A6FC6F2-80B4-49A7-9448-33FE2DF0E967}"/>
              </a:ext>
            </a:extLst>
          </p:cNvPr>
          <p:cNvSpPr>
            <a:spLocks noGrp="1"/>
          </p:cNvSpPr>
          <p:nvPr>
            <p:ph idx="1" hasCustomPrompt="1"/>
          </p:nvPr>
        </p:nvSpPr>
        <p:spPr>
          <a:xfrm>
            <a:off x="1167493" y="2023984"/>
            <a:ext cx="4663440" cy="3332832"/>
          </a:xfrm>
        </p:spPr>
        <p:txBody>
          <a:bodyPr>
            <a:normAutofit/>
          </a:bodyPr>
          <a:lstStyle>
            <a:lvl1pPr marL="0" indent="0">
              <a:spcBef>
                <a:spcPts val="1000"/>
              </a:spcBef>
              <a:buFont typeface="Arial" panose="020B0604020202020204" pitchFamily="34" charset="0"/>
              <a:buNone/>
              <a:defRPr sz="2000">
                <a:latin typeface="+mn-lt"/>
              </a:defRPr>
            </a:lvl1pPr>
            <a:lvl2pPr marL="283464" indent="-283464">
              <a:spcBef>
                <a:spcPts val="1000"/>
              </a:spcBef>
              <a:buFont typeface="Arial" panose="020B0604020202020204" pitchFamily="34" charset="0"/>
              <a:buChar char="•"/>
              <a:defRPr sz="2000">
                <a:latin typeface="+mn-lt"/>
              </a:defRPr>
            </a:lvl2pPr>
            <a:lvl3pPr marL="566928" indent="-283464">
              <a:spcBef>
                <a:spcPts val="1000"/>
              </a:spcBef>
              <a:buFont typeface="Arial" panose="020B0604020202020204" pitchFamily="34" charset="0"/>
              <a:buChar char="•"/>
              <a:defRPr sz="2000">
                <a:latin typeface="+mn-lt"/>
              </a:defRPr>
            </a:lvl3pPr>
            <a:lvl4pPr marL="850392" indent="-283464">
              <a:spcBef>
                <a:spcPts val="1000"/>
              </a:spcBef>
              <a:buFont typeface="Arial" panose="020B0604020202020204" pitchFamily="34" charset="0"/>
              <a:buChar char="•"/>
              <a:defRPr sz="2000">
                <a:latin typeface="+mn-lt"/>
              </a:defRPr>
            </a:lvl4pPr>
            <a:lvl5pPr marL="1133856" indent="-283464">
              <a:spcBef>
                <a:spcPts val="1000"/>
              </a:spcBef>
              <a:buFont typeface="Arial" panose="020B0604020202020204" pitchFamily="34" charset="0"/>
              <a:buChar char="•"/>
              <a:defRPr sz="2000">
                <a:latin typeface="+mn-lt"/>
              </a:defRPr>
            </a:lvl5pPr>
          </a:lstStyle>
          <a:p>
            <a:pPr lvl="0"/>
            <a:r>
              <a:rPr lang="en-US"/>
              <a:t>Click to add text</a:t>
            </a:r>
          </a:p>
          <a:p>
            <a:pPr lvl="1"/>
            <a:r>
              <a:rPr lang="en-US"/>
              <a:t>Second level</a:t>
            </a:r>
          </a:p>
          <a:p>
            <a:pPr lvl="2"/>
            <a:r>
              <a:rPr lang="en-US"/>
              <a:t>Third level</a:t>
            </a:r>
          </a:p>
          <a:p>
            <a:pPr lvl="3"/>
            <a:r>
              <a:rPr lang="en-US"/>
              <a:t>Fourth level</a:t>
            </a:r>
          </a:p>
          <a:p>
            <a:pPr lvl="4"/>
            <a:r>
              <a:rPr lang="en-US"/>
              <a:t>Fifth level</a:t>
            </a:r>
          </a:p>
        </p:txBody>
      </p:sp>
      <p:sp>
        <p:nvSpPr>
          <p:cNvPr id="13" name="Content Placeholder 2">
            <a:extLst>
              <a:ext uri="{FF2B5EF4-FFF2-40B4-BE49-F238E27FC236}">
                <a16:creationId xmlns:a16="http://schemas.microsoft.com/office/drawing/2014/main" id="{94CA559C-3355-DE44-ACF9-BDB6083C4225}"/>
              </a:ext>
            </a:extLst>
          </p:cNvPr>
          <p:cNvSpPr>
            <a:spLocks noGrp="1"/>
          </p:cNvSpPr>
          <p:nvPr>
            <p:ph idx="10" hasCustomPrompt="1"/>
          </p:nvPr>
        </p:nvSpPr>
        <p:spPr>
          <a:xfrm>
            <a:off x="6283235" y="2023984"/>
            <a:ext cx="4663440" cy="3332832"/>
          </a:xfrm>
        </p:spPr>
        <p:txBody>
          <a:bodyPr>
            <a:normAutofit/>
          </a:bodyPr>
          <a:lstStyle>
            <a:lvl1pPr marL="0" indent="0">
              <a:spcBef>
                <a:spcPts val="1000"/>
              </a:spcBef>
              <a:buFont typeface="Arial" panose="020B0604020202020204" pitchFamily="34" charset="0"/>
              <a:buNone/>
              <a:defRPr sz="2000">
                <a:latin typeface="+mn-lt"/>
              </a:defRPr>
            </a:lvl1pPr>
            <a:lvl2pPr marL="283464" indent="-283464">
              <a:spcBef>
                <a:spcPts val="1000"/>
              </a:spcBef>
              <a:buFont typeface="Arial" panose="020B0604020202020204" pitchFamily="34" charset="0"/>
              <a:buChar char="•"/>
              <a:defRPr sz="2000">
                <a:latin typeface="+mn-lt"/>
              </a:defRPr>
            </a:lvl2pPr>
            <a:lvl3pPr marL="566928" indent="-283464">
              <a:spcBef>
                <a:spcPts val="1000"/>
              </a:spcBef>
              <a:buFont typeface="Arial" panose="020B0604020202020204" pitchFamily="34" charset="0"/>
              <a:buChar char="•"/>
              <a:defRPr sz="2000">
                <a:latin typeface="+mn-lt"/>
              </a:defRPr>
            </a:lvl3pPr>
            <a:lvl4pPr marL="850392" indent="-283464">
              <a:spcBef>
                <a:spcPts val="1000"/>
              </a:spcBef>
              <a:buFont typeface="Arial" panose="020B0604020202020204" pitchFamily="34" charset="0"/>
              <a:buChar char="•"/>
              <a:defRPr sz="2000">
                <a:latin typeface="+mn-lt"/>
              </a:defRPr>
            </a:lvl4pPr>
            <a:lvl5pPr marL="1133856" indent="-283464">
              <a:spcBef>
                <a:spcPts val="1000"/>
              </a:spcBef>
              <a:buFont typeface="Arial" panose="020B0604020202020204" pitchFamily="34" charset="0"/>
              <a:buChar char="•"/>
              <a:defRPr sz="2000">
                <a:latin typeface="+mn-lt"/>
              </a:defRPr>
            </a:lvl5pPr>
          </a:lstStyle>
          <a:p>
            <a:pPr lvl="0"/>
            <a:r>
              <a:rPr lang="en-US"/>
              <a:t>Click to add text</a:t>
            </a:r>
          </a:p>
          <a:p>
            <a:pPr lvl="1"/>
            <a:r>
              <a:rPr lang="en-US"/>
              <a:t>Second level</a:t>
            </a:r>
          </a:p>
          <a:p>
            <a:pPr lvl="2"/>
            <a:r>
              <a:rPr lang="en-US"/>
              <a:t>Third level</a:t>
            </a:r>
          </a:p>
          <a:p>
            <a:pPr lvl="3"/>
            <a:r>
              <a:rPr lang="en-US"/>
              <a:t>Fourth level</a:t>
            </a:r>
          </a:p>
          <a:p>
            <a:pPr lvl="4"/>
            <a:r>
              <a:rPr lang="en-US"/>
              <a:t>Fifth level</a:t>
            </a:r>
          </a:p>
        </p:txBody>
      </p:sp>
      <p:sp>
        <p:nvSpPr>
          <p:cNvPr id="10" name="Date Placeholder 3">
            <a:extLst>
              <a:ext uri="{FF2B5EF4-FFF2-40B4-BE49-F238E27FC236}">
                <a16:creationId xmlns:a16="http://schemas.microsoft.com/office/drawing/2014/main" id="{7536C149-3EFE-A94E-902D-57CED00B2C0F}"/>
              </a:ext>
            </a:extLst>
          </p:cNvPr>
          <p:cNvSpPr>
            <a:spLocks noGrp="1"/>
          </p:cNvSpPr>
          <p:nvPr>
            <p:ph type="dt" sz="half" idx="2"/>
          </p:nvPr>
        </p:nvSpPr>
        <p:spPr>
          <a:xfrm>
            <a:off x="381000" y="6356350"/>
            <a:ext cx="2743200" cy="365125"/>
          </a:xfrm>
          <a:prstGeom prst="rect">
            <a:avLst/>
          </a:prstGeom>
        </p:spPr>
        <p:txBody>
          <a:bodyPr vert="horz" lIns="91440" tIns="45720" rIns="91440" bIns="45720" rtlCol="0" anchor="ctr">
            <a:noAutofit/>
          </a:bodyPr>
          <a:lstStyle>
            <a:lvl1pPr algn="l">
              <a:defRPr sz="1200">
                <a:solidFill>
                  <a:schemeClr val="accent3"/>
                </a:solidFill>
                <a:latin typeface="+mn-lt"/>
              </a:defRPr>
            </a:lvl1pPr>
          </a:lstStyle>
          <a:p>
            <a:r>
              <a:rPr lang="en-US"/>
              <a:t>9/8/20XX</a:t>
            </a:r>
          </a:p>
        </p:txBody>
      </p:sp>
      <p:sp>
        <p:nvSpPr>
          <p:cNvPr id="11" name="Footer Placeholder 4">
            <a:extLst>
              <a:ext uri="{FF2B5EF4-FFF2-40B4-BE49-F238E27FC236}">
                <a16:creationId xmlns:a16="http://schemas.microsoft.com/office/drawing/2014/main" id="{53CA1E78-F17D-F34D-9F81-0DBF44F37894}"/>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noAutofit/>
          </a:bodyPr>
          <a:lstStyle>
            <a:lvl1pPr algn="ctr">
              <a:defRPr sz="1200">
                <a:solidFill>
                  <a:schemeClr val="accent3"/>
                </a:solidFill>
                <a:latin typeface="+mn-lt"/>
              </a:defRPr>
            </a:lvl1pPr>
          </a:lstStyle>
          <a:p>
            <a:endParaRPr lang="en-US"/>
          </a:p>
        </p:txBody>
      </p:sp>
      <p:sp>
        <p:nvSpPr>
          <p:cNvPr id="12" name="Slide Number Placeholder 5">
            <a:extLst>
              <a:ext uri="{FF2B5EF4-FFF2-40B4-BE49-F238E27FC236}">
                <a16:creationId xmlns:a16="http://schemas.microsoft.com/office/drawing/2014/main" id="{1FE54918-A625-F64F-A42E-A427E9B2D489}"/>
              </a:ext>
            </a:extLst>
          </p:cNvPr>
          <p:cNvSpPr>
            <a:spLocks noGrp="1"/>
          </p:cNvSpPr>
          <p:nvPr>
            <p:ph type="sldNum" sz="quarter" idx="4"/>
          </p:nvPr>
        </p:nvSpPr>
        <p:spPr>
          <a:xfrm>
            <a:off x="10153276" y="6356350"/>
            <a:ext cx="1657723" cy="365125"/>
          </a:xfrm>
          <a:prstGeom prst="rect">
            <a:avLst/>
          </a:prstGeom>
        </p:spPr>
        <p:txBody>
          <a:bodyPr vert="horz" lIns="91440" tIns="45720" rIns="91440" bIns="45720" rtlCol="0" anchor="ctr">
            <a:noAutofit/>
          </a:bodyPr>
          <a:lstStyle>
            <a:lvl1pPr algn="r">
              <a:defRPr sz="1200">
                <a:solidFill>
                  <a:schemeClr val="accent2"/>
                </a:solidFill>
                <a:latin typeface="+mn-lt"/>
              </a:defRPr>
            </a:lvl1pPr>
          </a:lstStyle>
          <a:p>
            <a:fld id="{294A09A9-5501-47C1-A89A-A340965A2BE2}" type="slidenum">
              <a:rPr lang="en-US" smtClean="0"/>
              <a:pPr/>
              <a:t>‹#›</a:t>
            </a:fld>
            <a:endParaRPr lang="en-US"/>
          </a:p>
        </p:txBody>
      </p:sp>
    </p:spTree>
    <p:extLst>
      <p:ext uri="{BB962C8B-B14F-4D97-AF65-F5344CB8AC3E}">
        <p14:creationId xmlns:p14="http://schemas.microsoft.com/office/powerpoint/2010/main" val="76784350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itle and 2 content">
    <p:spTree>
      <p:nvGrpSpPr>
        <p:cNvPr id="1" name=""/>
        <p:cNvGrpSpPr/>
        <p:nvPr/>
      </p:nvGrpSpPr>
      <p:grpSpPr>
        <a:xfrm>
          <a:off x="0" y="0"/>
          <a:ext cx="0" cy="0"/>
          <a:chOff x="0" y="0"/>
          <a:chExt cx="0" cy="0"/>
        </a:xfrm>
      </p:grpSpPr>
      <p:grpSp>
        <p:nvGrpSpPr>
          <p:cNvPr id="6" name="Group 5">
            <a:extLst>
              <a:ext uri="{FF2B5EF4-FFF2-40B4-BE49-F238E27FC236}">
                <a16:creationId xmlns:a16="http://schemas.microsoft.com/office/drawing/2014/main" id="{1A0E8D4A-B13C-C7EE-5E27-278124A1276E}"/>
              </a:ext>
              <a:ext uri="{C183D7F6-B498-43B3-948B-1728B52AA6E4}">
                <adec:decorative xmlns:adec="http://schemas.microsoft.com/office/drawing/2017/decorative" val="1"/>
              </a:ext>
            </a:extLst>
          </p:cNvPr>
          <p:cNvGrpSpPr/>
          <p:nvPr userDrawn="1"/>
        </p:nvGrpSpPr>
        <p:grpSpPr>
          <a:xfrm>
            <a:off x="1" y="1"/>
            <a:ext cx="12191999" cy="6857999"/>
            <a:chOff x="1" y="1"/>
            <a:chExt cx="12191999" cy="6857999"/>
          </a:xfrm>
        </p:grpSpPr>
        <p:sp>
          <p:nvSpPr>
            <p:cNvPr id="4" name="Freeform 3">
              <a:extLst>
                <a:ext uri="{FF2B5EF4-FFF2-40B4-BE49-F238E27FC236}">
                  <a16:creationId xmlns:a16="http://schemas.microsoft.com/office/drawing/2014/main" id="{6A7F6A3F-E1DD-A246-9A6D-5F9B18BA2588}"/>
                </a:ext>
              </a:extLst>
            </p:cNvPr>
            <p:cNvSpPr/>
            <p:nvPr userDrawn="1"/>
          </p:nvSpPr>
          <p:spPr>
            <a:xfrm flipH="1">
              <a:off x="8580896" y="1"/>
              <a:ext cx="3611104" cy="3611104"/>
            </a:xfrm>
            <a:custGeom>
              <a:avLst/>
              <a:gdLst>
                <a:gd name="connsiteX0" fmla="*/ 0 w 1167493"/>
                <a:gd name="connsiteY0" fmla="*/ 0 h 1167493"/>
                <a:gd name="connsiteX1" fmla="*/ 1167493 w 1167493"/>
                <a:gd name="connsiteY1" fmla="*/ 0 h 1167493"/>
                <a:gd name="connsiteX2" fmla="*/ 0 w 1167493"/>
                <a:gd name="connsiteY2" fmla="*/ 1167493 h 1167493"/>
                <a:gd name="connsiteX3" fmla="*/ 0 w 1167493"/>
                <a:gd name="connsiteY3" fmla="*/ 0 h 1167493"/>
              </a:gdLst>
              <a:ahLst/>
              <a:cxnLst>
                <a:cxn ang="0">
                  <a:pos x="connsiteX0" y="connsiteY0"/>
                </a:cxn>
                <a:cxn ang="0">
                  <a:pos x="connsiteX1" y="connsiteY1"/>
                </a:cxn>
                <a:cxn ang="0">
                  <a:pos x="connsiteX2" y="connsiteY2"/>
                </a:cxn>
                <a:cxn ang="0">
                  <a:pos x="connsiteX3" y="connsiteY3"/>
                </a:cxn>
              </a:cxnLst>
              <a:rect l="l" t="t" r="r" b="b"/>
              <a:pathLst>
                <a:path w="1167493" h="1167493">
                  <a:moveTo>
                    <a:pt x="0" y="0"/>
                  </a:moveTo>
                  <a:lnTo>
                    <a:pt x="1167493" y="0"/>
                  </a:lnTo>
                  <a:cubicBezTo>
                    <a:pt x="522704" y="0"/>
                    <a:pt x="0" y="522704"/>
                    <a:pt x="0" y="1167493"/>
                  </a:cubicBezTo>
                  <a:lnTo>
                    <a:pt x="0" y="0"/>
                  </a:ln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5" name="Freeform 4">
              <a:extLst>
                <a:ext uri="{FF2B5EF4-FFF2-40B4-BE49-F238E27FC236}">
                  <a16:creationId xmlns:a16="http://schemas.microsoft.com/office/drawing/2014/main" id="{055FD0FC-C8FF-6741-A364-A29CDC6F9495}"/>
                </a:ext>
              </a:extLst>
            </p:cNvPr>
            <p:cNvSpPr/>
            <p:nvPr userDrawn="1"/>
          </p:nvSpPr>
          <p:spPr>
            <a:xfrm rot="5400000" flipH="1">
              <a:off x="1" y="3246896"/>
              <a:ext cx="3611104" cy="3611104"/>
            </a:xfrm>
            <a:custGeom>
              <a:avLst/>
              <a:gdLst>
                <a:gd name="connsiteX0" fmla="*/ 0 w 1167493"/>
                <a:gd name="connsiteY0" fmla="*/ 0 h 1167493"/>
                <a:gd name="connsiteX1" fmla="*/ 1167493 w 1167493"/>
                <a:gd name="connsiteY1" fmla="*/ 1167493 h 1167493"/>
                <a:gd name="connsiteX2" fmla="*/ 0 w 1167493"/>
                <a:gd name="connsiteY2" fmla="*/ 1167493 h 1167493"/>
                <a:gd name="connsiteX3" fmla="*/ 0 w 1167493"/>
                <a:gd name="connsiteY3" fmla="*/ 0 h 1167493"/>
              </a:gdLst>
              <a:ahLst/>
              <a:cxnLst>
                <a:cxn ang="0">
                  <a:pos x="connsiteX0" y="connsiteY0"/>
                </a:cxn>
                <a:cxn ang="0">
                  <a:pos x="connsiteX1" y="connsiteY1"/>
                </a:cxn>
                <a:cxn ang="0">
                  <a:pos x="connsiteX2" y="connsiteY2"/>
                </a:cxn>
                <a:cxn ang="0">
                  <a:pos x="connsiteX3" y="connsiteY3"/>
                </a:cxn>
              </a:cxnLst>
              <a:rect l="l" t="t" r="r" b="b"/>
              <a:pathLst>
                <a:path w="1167493" h="1167493">
                  <a:moveTo>
                    <a:pt x="0" y="0"/>
                  </a:moveTo>
                  <a:cubicBezTo>
                    <a:pt x="0" y="644789"/>
                    <a:pt x="522704" y="1167493"/>
                    <a:pt x="1167493" y="1167493"/>
                  </a:cubicBezTo>
                  <a:lnTo>
                    <a:pt x="0" y="1167493"/>
                  </a:lnTo>
                  <a:lnTo>
                    <a:pt x="0" y="0"/>
                  </a:ln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grpSp>
      <p:sp>
        <p:nvSpPr>
          <p:cNvPr id="2" name="Title 1">
            <a:extLst>
              <a:ext uri="{FF2B5EF4-FFF2-40B4-BE49-F238E27FC236}">
                <a16:creationId xmlns:a16="http://schemas.microsoft.com/office/drawing/2014/main" id="{3CD97974-B93C-4C96-B3F6-F69E3D6DE6CA}"/>
              </a:ext>
            </a:extLst>
          </p:cNvPr>
          <p:cNvSpPr>
            <a:spLocks noGrp="1"/>
          </p:cNvSpPr>
          <p:nvPr>
            <p:ph type="title" hasCustomPrompt="1"/>
          </p:nvPr>
        </p:nvSpPr>
        <p:spPr>
          <a:xfrm>
            <a:off x="1167492" y="69008"/>
            <a:ext cx="9779183" cy="1706563"/>
          </a:xfrm>
        </p:spPr>
        <p:txBody>
          <a:bodyPr anchor="b">
            <a:noAutofit/>
          </a:bodyPr>
          <a:lstStyle>
            <a:lvl1pPr>
              <a:defRPr sz="4200" b="1">
                <a:solidFill>
                  <a:schemeClr val="bg1"/>
                </a:solidFill>
                <a:latin typeface="+mj-lt"/>
              </a:defRPr>
            </a:lvl1pPr>
          </a:lstStyle>
          <a:p>
            <a:r>
              <a:rPr lang="en-US"/>
              <a:t>Click to add title</a:t>
            </a:r>
          </a:p>
        </p:txBody>
      </p:sp>
      <p:sp>
        <p:nvSpPr>
          <p:cNvPr id="14" name="Content Placeholder 2">
            <a:extLst>
              <a:ext uri="{FF2B5EF4-FFF2-40B4-BE49-F238E27FC236}">
                <a16:creationId xmlns:a16="http://schemas.microsoft.com/office/drawing/2014/main" id="{926B296A-EB6A-9BE9-E813-B15C46524F4D}"/>
              </a:ext>
            </a:extLst>
          </p:cNvPr>
          <p:cNvSpPr>
            <a:spLocks noGrp="1"/>
          </p:cNvSpPr>
          <p:nvPr>
            <p:ph idx="12" hasCustomPrompt="1"/>
          </p:nvPr>
        </p:nvSpPr>
        <p:spPr>
          <a:xfrm>
            <a:off x="1167493" y="2023984"/>
            <a:ext cx="4663440" cy="3332832"/>
          </a:xfrm>
        </p:spPr>
        <p:txBody>
          <a:bodyPr>
            <a:normAutofit/>
          </a:bodyPr>
          <a:lstStyle>
            <a:lvl1pPr marL="530352" indent="-530352">
              <a:spcBef>
                <a:spcPts val="1000"/>
              </a:spcBef>
              <a:buFont typeface="+mj-lt"/>
              <a:buAutoNum type="arabicPeriod"/>
              <a:defRPr sz="2000">
                <a:solidFill>
                  <a:schemeClr val="bg1"/>
                </a:solidFill>
                <a:latin typeface="+mn-lt"/>
              </a:defRPr>
            </a:lvl1pPr>
            <a:lvl2pPr marL="1097280" indent="-530352">
              <a:spcBef>
                <a:spcPts val="1000"/>
              </a:spcBef>
              <a:buFont typeface="+mj-lt"/>
              <a:buAutoNum type="alphaLcPeriod"/>
              <a:defRPr sz="2000">
                <a:solidFill>
                  <a:schemeClr val="bg1"/>
                </a:solidFill>
                <a:latin typeface="+mn-lt"/>
              </a:defRPr>
            </a:lvl2pPr>
            <a:lvl3pPr marL="1645920" indent="-530352">
              <a:spcBef>
                <a:spcPts val="1000"/>
              </a:spcBef>
              <a:buFont typeface="+mj-lt"/>
              <a:buAutoNum type="arabicParenR"/>
              <a:defRPr sz="2000">
                <a:solidFill>
                  <a:schemeClr val="bg1"/>
                </a:solidFill>
                <a:latin typeface="+mn-lt"/>
              </a:defRPr>
            </a:lvl3pPr>
            <a:lvl4pPr marL="1920240" indent="-530352">
              <a:spcBef>
                <a:spcPts val="1000"/>
              </a:spcBef>
              <a:buFont typeface="+mj-lt"/>
              <a:buAutoNum type="alphaLcParenR"/>
              <a:defRPr sz="2000">
                <a:solidFill>
                  <a:schemeClr val="bg1"/>
                </a:solidFill>
                <a:latin typeface="+mn-lt"/>
              </a:defRPr>
            </a:lvl4pPr>
            <a:lvl5pPr marL="2560320" indent="-514350">
              <a:spcBef>
                <a:spcPts val="1000"/>
              </a:spcBef>
              <a:buFont typeface="+mj-lt"/>
              <a:buAutoNum type="romanLcPeriod"/>
              <a:defRPr sz="2000">
                <a:solidFill>
                  <a:schemeClr val="bg1"/>
                </a:solidFill>
                <a:latin typeface="+mn-lt"/>
              </a:defRPr>
            </a:lvl5pPr>
          </a:lstStyle>
          <a:p>
            <a:pPr lvl="0"/>
            <a:r>
              <a:rPr lang="en-US"/>
              <a:t>Click to add text</a:t>
            </a:r>
          </a:p>
          <a:p>
            <a:pPr lvl="1"/>
            <a:r>
              <a:rPr lang="en-US"/>
              <a:t>Second level</a:t>
            </a:r>
          </a:p>
          <a:p>
            <a:pPr lvl="2"/>
            <a:r>
              <a:rPr lang="en-US"/>
              <a:t>Third level</a:t>
            </a:r>
          </a:p>
          <a:p>
            <a:pPr lvl="3"/>
            <a:r>
              <a:rPr lang="en-US"/>
              <a:t>Fourth level</a:t>
            </a:r>
          </a:p>
          <a:p>
            <a:pPr lvl="4"/>
            <a:r>
              <a:rPr lang="en-US"/>
              <a:t>Fifth level</a:t>
            </a:r>
          </a:p>
        </p:txBody>
      </p:sp>
      <p:sp>
        <p:nvSpPr>
          <p:cNvPr id="9" name="Content Placeholder 2">
            <a:extLst>
              <a:ext uri="{FF2B5EF4-FFF2-40B4-BE49-F238E27FC236}">
                <a16:creationId xmlns:a16="http://schemas.microsoft.com/office/drawing/2014/main" id="{9435B7D5-E7F8-1267-8942-3C97BE836B98}"/>
              </a:ext>
            </a:extLst>
          </p:cNvPr>
          <p:cNvSpPr>
            <a:spLocks noGrp="1"/>
          </p:cNvSpPr>
          <p:nvPr>
            <p:ph idx="11" hasCustomPrompt="1"/>
          </p:nvPr>
        </p:nvSpPr>
        <p:spPr>
          <a:xfrm>
            <a:off x="6283235" y="2023984"/>
            <a:ext cx="4663440" cy="3332832"/>
          </a:xfrm>
        </p:spPr>
        <p:txBody>
          <a:bodyPr>
            <a:normAutofit/>
          </a:bodyPr>
          <a:lstStyle>
            <a:lvl1pPr marL="0" indent="0">
              <a:spcBef>
                <a:spcPts val="1000"/>
              </a:spcBef>
              <a:buFont typeface="Arial" panose="020B0604020202020204" pitchFamily="34" charset="0"/>
              <a:buNone/>
              <a:defRPr sz="2000">
                <a:solidFill>
                  <a:schemeClr val="bg1"/>
                </a:solidFill>
                <a:latin typeface="+mn-lt"/>
              </a:defRPr>
            </a:lvl1pPr>
            <a:lvl2pPr marL="283464" indent="-283464">
              <a:spcBef>
                <a:spcPts val="1000"/>
              </a:spcBef>
              <a:buFont typeface="Arial" panose="020B0604020202020204" pitchFamily="34" charset="0"/>
              <a:buChar char="•"/>
              <a:defRPr sz="2000">
                <a:solidFill>
                  <a:schemeClr val="bg1"/>
                </a:solidFill>
                <a:latin typeface="+mn-lt"/>
              </a:defRPr>
            </a:lvl2pPr>
            <a:lvl3pPr marL="566928" indent="-283464">
              <a:spcBef>
                <a:spcPts val="1000"/>
              </a:spcBef>
              <a:buFont typeface="Arial" panose="020B0604020202020204" pitchFamily="34" charset="0"/>
              <a:buChar char="•"/>
              <a:defRPr sz="2000">
                <a:solidFill>
                  <a:schemeClr val="bg1"/>
                </a:solidFill>
                <a:latin typeface="+mn-lt"/>
              </a:defRPr>
            </a:lvl3pPr>
            <a:lvl4pPr marL="850392" indent="-283464">
              <a:spcBef>
                <a:spcPts val="1000"/>
              </a:spcBef>
              <a:buFont typeface="Arial" panose="020B0604020202020204" pitchFamily="34" charset="0"/>
              <a:buChar char="•"/>
              <a:defRPr sz="2000">
                <a:solidFill>
                  <a:schemeClr val="bg1"/>
                </a:solidFill>
                <a:latin typeface="+mn-lt"/>
              </a:defRPr>
            </a:lvl4pPr>
            <a:lvl5pPr marL="1133856" indent="-283464">
              <a:spcBef>
                <a:spcPts val="1000"/>
              </a:spcBef>
              <a:buFont typeface="Arial" panose="020B0604020202020204" pitchFamily="34" charset="0"/>
              <a:buChar char="•"/>
              <a:defRPr sz="2000">
                <a:solidFill>
                  <a:schemeClr val="bg1"/>
                </a:solidFill>
                <a:latin typeface="+mn-lt"/>
              </a:defRPr>
            </a:lvl5pPr>
          </a:lstStyle>
          <a:p>
            <a:pPr lvl="0"/>
            <a:r>
              <a:rPr lang="en-US"/>
              <a:t>Click to add text</a:t>
            </a:r>
          </a:p>
          <a:p>
            <a:pPr lvl="1"/>
            <a:r>
              <a:rPr lang="en-US"/>
              <a:t>Second level</a:t>
            </a:r>
          </a:p>
          <a:p>
            <a:pPr lvl="2"/>
            <a:r>
              <a:rPr lang="en-US"/>
              <a:t>Third level</a:t>
            </a:r>
          </a:p>
          <a:p>
            <a:pPr lvl="3"/>
            <a:r>
              <a:rPr lang="en-US"/>
              <a:t>Fourth level</a:t>
            </a:r>
          </a:p>
          <a:p>
            <a:pPr lvl="4"/>
            <a:r>
              <a:rPr lang="en-US"/>
              <a:t>Fifth level</a:t>
            </a:r>
          </a:p>
        </p:txBody>
      </p:sp>
      <p:sp>
        <p:nvSpPr>
          <p:cNvPr id="10" name="Date Placeholder 3">
            <a:extLst>
              <a:ext uri="{FF2B5EF4-FFF2-40B4-BE49-F238E27FC236}">
                <a16:creationId xmlns:a16="http://schemas.microsoft.com/office/drawing/2014/main" id="{7536C149-3EFE-A94E-902D-57CED00B2C0F}"/>
              </a:ext>
            </a:extLst>
          </p:cNvPr>
          <p:cNvSpPr>
            <a:spLocks noGrp="1"/>
          </p:cNvSpPr>
          <p:nvPr>
            <p:ph type="dt" sz="half" idx="2"/>
          </p:nvPr>
        </p:nvSpPr>
        <p:spPr>
          <a:xfrm>
            <a:off x="381000" y="6356350"/>
            <a:ext cx="1701018" cy="365125"/>
          </a:xfrm>
          <a:prstGeom prst="rect">
            <a:avLst/>
          </a:prstGeom>
        </p:spPr>
        <p:txBody>
          <a:bodyPr vert="horz" lIns="91440" tIns="45720" rIns="91440" bIns="45720" rtlCol="0" anchor="ctr">
            <a:noAutofit/>
          </a:bodyPr>
          <a:lstStyle>
            <a:lvl1pPr algn="l">
              <a:defRPr sz="1200">
                <a:solidFill>
                  <a:schemeClr val="accent3"/>
                </a:solidFill>
                <a:latin typeface="+mn-lt"/>
              </a:defRPr>
            </a:lvl1pPr>
          </a:lstStyle>
          <a:p>
            <a:r>
              <a:rPr lang="en-US"/>
              <a:t>9/8/20XX</a:t>
            </a:r>
          </a:p>
        </p:txBody>
      </p:sp>
      <p:sp>
        <p:nvSpPr>
          <p:cNvPr id="11" name="Footer Placeholder 4">
            <a:extLst>
              <a:ext uri="{FF2B5EF4-FFF2-40B4-BE49-F238E27FC236}">
                <a16:creationId xmlns:a16="http://schemas.microsoft.com/office/drawing/2014/main" id="{53CA1E78-F17D-F34D-9F81-0DBF44F37894}"/>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noAutofit/>
          </a:bodyPr>
          <a:lstStyle>
            <a:lvl1pPr algn="ctr">
              <a:defRPr sz="1200">
                <a:solidFill>
                  <a:schemeClr val="accent2"/>
                </a:solidFill>
                <a:latin typeface="+mn-lt"/>
              </a:defRPr>
            </a:lvl1pPr>
          </a:lstStyle>
          <a:p>
            <a:endParaRPr lang="en-US"/>
          </a:p>
        </p:txBody>
      </p:sp>
      <p:sp>
        <p:nvSpPr>
          <p:cNvPr id="12" name="Slide Number Placeholder 5">
            <a:extLst>
              <a:ext uri="{FF2B5EF4-FFF2-40B4-BE49-F238E27FC236}">
                <a16:creationId xmlns:a16="http://schemas.microsoft.com/office/drawing/2014/main" id="{1FE54918-A625-F64F-A42E-A427E9B2D489}"/>
              </a:ext>
            </a:extLst>
          </p:cNvPr>
          <p:cNvSpPr>
            <a:spLocks noGrp="1"/>
          </p:cNvSpPr>
          <p:nvPr>
            <p:ph type="sldNum" sz="quarter" idx="4"/>
          </p:nvPr>
        </p:nvSpPr>
        <p:spPr>
          <a:xfrm>
            <a:off x="10153276" y="6356350"/>
            <a:ext cx="1657723" cy="365125"/>
          </a:xfrm>
          <a:prstGeom prst="rect">
            <a:avLst/>
          </a:prstGeom>
        </p:spPr>
        <p:txBody>
          <a:bodyPr vert="horz" lIns="91440" tIns="45720" rIns="91440" bIns="45720" rtlCol="0" anchor="ctr">
            <a:noAutofit/>
          </a:bodyPr>
          <a:lstStyle>
            <a:lvl1pPr algn="r">
              <a:defRPr sz="1200">
                <a:solidFill>
                  <a:schemeClr val="accent2"/>
                </a:solidFill>
                <a:latin typeface="+mn-lt"/>
              </a:defRPr>
            </a:lvl1pPr>
          </a:lstStyle>
          <a:p>
            <a:fld id="{294A09A9-5501-47C1-A89A-A340965A2BE2}" type="slidenum">
              <a:rPr lang="en-US" smtClean="0"/>
              <a:pPr/>
              <a:t>‹#›</a:t>
            </a:fld>
            <a:endParaRPr lang="en-US"/>
          </a:p>
        </p:txBody>
      </p:sp>
    </p:spTree>
    <p:extLst>
      <p:ext uri="{BB962C8B-B14F-4D97-AF65-F5344CB8AC3E}">
        <p14:creationId xmlns:p14="http://schemas.microsoft.com/office/powerpoint/2010/main" val="402042663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userDrawn="1">
  <p:cSld name="Title and Content and Image 1">
    <p:spTree>
      <p:nvGrpSpPr>
        <p:cNvPr id="1" name=""/>
        <p:cNvGrpSpPr/>
        <p:nvPr/>
      </p:nvGrpSpPr>
      <p:grpSpPr>
        <a:xfrm>
          <a:off x="0" y="0"/>
          <a:ext cx="0" cy="0"/>
          <a:chOff x="0" y="0"/>
          <a:chExt cx="0" cy="0"/>
        </a:xfrm>
      </p:grpSpPr>
      <p:grpSp>
        <p:nvGrpSpPr>
          <p:cNvPr id="2" name="Group 1">
            <a:extLst>
              <a:ext uri="{FF2B5EF4-FFF2-40B4-BE49-F238E27FC236}">
                <a16:creationId xmlns:a16="http://schemas.microsoft.com/office/drawing/2014/main" id="{CCEDB282-8288-C81F-52B5-048A3E80C931}"/>
              </a:ext>
              <a:ext uri="{C183D7F6-B498-43B3-948B-1728B52AA6E4}">
                <adec:decorative xmlns:adec="http://schemas.microsoft.com/office/drawing/2017/decorative" val="1"/>
              </a:ext>
            </a:extLst>
          </p:cNvPr>
          <p:cNvGrpSpPr/>
          <p:nvPr userDrawn="1"/>
        </p:nvGrpSpPr>
        <p:grpSpPr>
          <a:xfrm>
            <a:off x="0" y="0"/>
            <a:ext cx="12208822" cy="6858002"/>
            <a:chOff x="0" y="0"/>
            <a:chExt cx="12208822" cy="6858002"/>
          </a:xfrm>
        </p:grpSpPr>
        <p:sp>
          <p:nvSpPr>
            <p:cNvPr id="7" name="Rectangle 6">
              <a:extLst>
                <a:ext uri="{FF2B5EF4-FFF2-40B4-BE49-F238E27FC236}">
                  <a16:creationId xmlns:a16="http://schemas.microsoft.com/office/drawing/2014/main" id="{2A62587F-7496-384A-AF40-18FC8CF0709D}"/>
                </a:ext>
              </a:extLst>
            </p:cNvPr>
            <p:cNvSpPr/>
            <p:nvPr userDrawn="1"/>
          </p:nvSpPr>
          <p:spPr>
            <a:xfrm>
              <a:off x="0" y="2286002"/>
              <a:ext cx="12208822" cy="4572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Freeform 11">
              <a:extLst>
                <a:ext uri="{FF2B5EF4-FFF2-40B4-BE49-F238E27FC236}">
                  <a16:creationId xmlns:a16="http://schemas.microsoft.com/office/drawing/2014/main" id="{84DB028B-A475-224B-B675-A15A56CAD0BF}"/>
                </a:ext>
              </a:extLst>
            </p:cNvPr>
            <p:cNvSpPr/>
            <p:nvPr userDrawn="1"/>
          </p:nvSpPr>
          <p:spPr>
            <a:xfrm flipH="1">
              <a:off x="8597718" y="3246896"/>
              <a:ext cx="3611104" cy="3611104"/>
            </a:xfrm>
            <a:custGeom>
              <a:avLst/>
              <a:gdLst>
                <a:gd name="connsiteX0" fmla="*/ 0 w 1167493"/>
                <a:gd name="connsiteY0" fmla="*/ 0 h 1167493"/>
                <a:gd name="connsiteX1" fmla="*/ 1167493 w 1167493"/>
                <a:gd name="connsiteY1" fmla="*/ 1167493 h 1167493"/>
                <a:gd name="connsiteX2" fmla="*/ 0 w 1167493"/>
                <a:gd name="connsiteY2" fmla="*/ 1167493 h 1167493"/>
                <a:gd name="connsiteX3" fmla="*/ 0 w 1167493"/>
                <a:gd name="connsiteY3" fmla="*/ 0 h 1167493"/>
              </a:gdLst>
              <a:ahLst/>
              <a:cxnLst>
                <a:cxn ang="0">
                  <a:pos x="connsiteX0" y="connsiteY0"/>
                </a:cxn>
                <a:cxn ang="0">
                  <a:pos x="connsiteX1" y="connsiteY1"/>
                </a:cxn>
                <a:cxn ang="0">
                  <a:pos x="connsiteX2" y="connsiteY2"/>
                </a:cxn>
                <a:cxn ang="0">
                  <a:pos x="connsiteX3" y="connsiteY3"/>
                </a:cxn>
              </a:cxnLst>
              <a:rect l="l" t="t" r="r" b="b"/>
              <a:pathLst>
                <a:path w="1167493" h="1167493">
                  <a:moveTo>
                    <a:pt x="0" y="0"/>
                  </a:moveTo>
                  <a:cubicBezTo>
                    <a:pt x="0" y="644789"/>
                    <a:pt x="522704" y="1167493"/>
                    <a:pt x="1167493" y="1167493"/>
                  </a:cubicBezTo>
                  <a:lnTo>
                    <a:pt x="0" y="1167493"/>
                  </a:lnTo>
                  <a:lnTo>
                    <a:pt x="0" y="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4" name="Freeform 13">
              <a:extLst>
                <a:ext uri="{FF2B5EF4-FFF2-40B4-BE49-F238E27FC236}">
                  <a16:creationId xmlns:a16="http://schemas.microsoft.com/office/drawing/2014/main" id="{61C34955-105B-4D4D-B51D-754C5D38A85D}"/>
                </a:ext>
              </a:extLst>
            </p:cNvPr>
            <p:cNvSpPr/>
            <p:nvPr userDrawn="1"/>
          </p:nvSpPr>
          <p:spPr>
            <a:xfrm>
              <a:off x="1" y="0"/>
              <a:ext cx="933856" cy="933856"/>
            </a:xfrm>
            <a:custGeom>
              <a:avLst/>
              <a:gdLst>
                <a:gd name="connsiteX0" fmla="*/ 0 w 862693"/>
                <a:gd name="connsiteY0" fmla="*/ 0 h 862693"/>
                <a:gd name="connsiteX1" fmla="*/ 862693 w 862693"/>
                <a:gd name="connsiteY1" fmla="*/ 0 h 862693"/>
                <a:gd name="connsiteX2" fmla="*/ 0 w 862693"/>
                <a:gd name="connsiteY2" fmla="*/ 862693 h 862693"/>
                <a:gd name="connsiteX3" fmla="*/ 0 w 862693"/>
                <a:gd name="connsiteY3" fmla="*/ 0 h 862693"/>
              </a:gdLst>
              <a:ahLst/>
              <a:cxnLst>
                <a:cxn ang="0">
                  <a:pos x="connsiteX0" y="connsiteY0"/>
                </a:cxn>
                <a:cxn ang="0">
                  <a:pos x="connsiteX1" y="connsiteY1"/>
                </a:cxn>
                <a:cxn ang="0">
                  <a:pos x="connsiteX2" y="connsiteY2"/>
                </a:cxn>
                <a:cxn ang="0">
                  <a:pos x="connsiteX3" y="connsiteY3"/>
                </a:cxn>
              </a:cxnLst>
              <a:rect l="l" t="t" r="r" b="b"/>
              <a:pathLst>
                <a:path w="862693" h="862693">
                  <a:moveTo>
                    <a:pt x="0" y="0"/>
                  </a:moveTo>
                  <a:lnTo>
                    <a:pt x="862693" y="0"/>
                  </a:lnTo>
                  <a:cubicBezTo>
                    <a:pt x="862693" y="476453"/>
                    <a:pt x="476452" y="862693"/>
                    <a:pt x="0" y="862693"/>
                  </a:cubicBezTo>
                  <a:lnTo>
                    <a:pt x="0" y="0"/>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grpSp>
      <p:sp>
        <p:nvSpPr>
          <p:cNvPr id="13" name="Title 1">
            <a:extLst>
              <a:ext uri="{FF2B5EF4-FFF2-40B4-BE49-F238E27FC236}">
                <a16:creationId xmlns:a16="http://schemas.microsoft.com/office/drawing/2014/main" id="{5E932F0D-7FC3-634B-932C-3625C16C8DE2}"/>
              </a:ext>
            </a:extLst>
          </p:cNvPr>
          <p:cNvSpPr>
            <a:spLocks noGrp="1"/>
          </p:cNvSpPr>
          <p:nvPr>
            <p:ph type="title" hasCustomPrompt="1"/>
          </p:nvPr>
        </p:nvSpPr>
        <p:spPr>
          <a:xfrm>
            <a:off x="1167492" y="457200"/>
            <a:ext cx="10643508" cy="1371600"/>
          </a:xfrm>
        </p:spPr>
        <p:txBody>
          <a:bodyPr anchor="b">
            <a:noAutofit/>
          </a:bodyPr>
          <a:lstStyle>
            <a:lvl1pPr>
              <a:defRPr sz="4200" b="1">
                <a:latin typeface="+mj-lt"/>
              </a:defRPr>
            </a:lvl1pPr>
          </a:lstStyle>
          <a:p>
            <a:r>
              <a:rPr lang="en-US"/>
              <a:t>Click to add title</a:t>
            </a:r>
          </a:p>
        </p:txBody>
      </p:sp>
      <p:sp>
        <p:nvSpPr>
          <p:cNvPr id="10" name="Content Placeholder 2">
            <a:extLst>
              <a:ext uri="{FF2B5EF4-FFF2-40B4-BE49-F238E27FC236}">
                <a16:creationId xmlns:a16="http://schemas.microsoft.com/office/drawing/2014/main" id="{B07A1CF7-9B3B-E43E-830E-DAB65B608249}"/>
              </a:ext>
            </a:extLst>
          </p:cNvPr>
          <p:cNvSpPr>
            <a:spLocks noGrp="1"/>
          </p:cNvSpPr>
          <p:nvPr>
            <p:ph idx="15" hasCustomPrompt="1"/>
          </p:nvPr>
        </p:nvSpPr>
        <p:spPr>
          <a:xfrm>
            <a:off x="1166088" y="2652713"/>
            <a:ext cx="5394959" cy="3436936"/>
          </a:xfrm>
        </p:spPr>
        <p:txBody>
          <a:bodyPr>
            <a:normAutofit/>
          </a:bodyPr>
          <a:lstStyle>
            <a:lvl1pPr marL="0" indent="0">
              <a:spcBef>
                <a:spcPts val="1000"/>
              </a:spcBef>
              <a:buFont typeface="Arial" panose="020B0604020202020204" pitchFamily="34" charset="0"/>
              <a:buNone/>
              <a:defRPr sz="2000">
                <a:solidFill>
                  <a:schemeClr val="bg1"/>
                </a:solidFill>
                <a:latin typeface="+mn-lt"/>
              </a:defRPr>
            </a:lvl1pPr>
            <a:lvl2pPr marL="283464" indent="-283464">
              <a:spcBef>
                <a:spcPts val="1000"/>
              </a:spcBef>
              <a:buFont typeface="Arial" panose="020B0604020202020204" pitchFamily="34" charset="0"/>
              <a:buChar char="•"/>
              <a:defRPr sz="2000">
                <a:solidFill>
                  <a:schemeClr val="bg1"/>
                </a:solidFill>
                <a:latin typeface="+mn-lt"/>
              </a:defRPr>
            </a:lvl2pPr>
            <a:lvl3pPr marL="566928" indent="-283464">
              <a:spcBef>
                <a:spcPts val="1000"/>
              </a:spcBef>
              <a:buFont typeface="Arial" panose="020B0604020202020204" pitchFamily="34" charset="0"/>
              <a:buChar char="•"/>
              <a:defRPr sz="2000">
                <a:solidFill>
                  <a:schemeClr val="bg1"/>
                </a:solidFill>
                <a:latin typeface="+mn-lt"/>
              </a:defRPr>
            </a:lvl3pPr>
            <a:lvl4pPr marL="850392" indent="-283464">
              <a:spcBef>
                <a:spcPts val="1000"/>
              </a:spcBef>
              <a:buFont typeface="Arial" panose="020B0604020202020204" pitchFamily="34" charset="0"/>
              <a:buChar char="•"/>
              <a:defRPr sz="2000">
                <a:solidFill>
                  <a:schemeClr val="bg1"/>
                </a:solidFill>
                <a:latin typeface="+mn-lt"/>
              </a:defRPr>
            </a:lvl4pPr>
            <a:lvl5pPr marL="1133856" indent="-283464">
              <a:spcBef>
                <a:spcPts val="1000"/>
              </a:spcBef>
              <a:buFont typeface="Arial" panose="020B0604020202020204" pitchFamily="34" charset="0"/>
              <a:buChar char="•"/>
              <a:defRPr sz="2000">
                <a:solidFill>
                  <a:schemeClr val="bg1"/>
                </a:solidFill>
                <a:latin typeface="+mn-lt"/>
              </a:defRPr>
            </a:lvl5pPr>
          </a:lstStyle>
          <a:p>
            <a:pPr lvl="0"/>
            <a:r>
              <a:rPr lang="en-US"/>
              <a:t>Click to add text</a:t>
            </a:r>
          </a:p>
          <a:p>
            <a:pPr lvl="1"/>
            <a:r>
              <a:rPr lang="en-US"/>
              <a:t>Second level</a:t>
            </a:r>
          </a:p>
          <a:p>
            <a:pPr lvl="2"/>
            <a:r>
              <a:rPr lang="en-US"/>
              <a:t>Third level</a:t>
            </a:r>
          </a:p>
          <a:p>
            <a:pPr lvl="3"/>
            <a:r>
              <a:rPr lang="en-US"/>
              <a:t>Fourth level</a:t>
            </a:r>
          </a:p>
          <a:p>
            <a:pPr lvl="4"/>
            <a:r>
              <a:rPr lang="en-US"/>
              <a:t>Fifth level</a:t>
            </a:r>
          </a:p>
        </p:txBody>
      </p:sp>
      <p:sp>
        <p:nvSpPr>
          <p:cNvPr id="8" name="Picture Placeholder 14">
            <a:extLst>
              <a:ext uri="{FF2B5EF4-FFF2-40B4-BE49-F238E27FC236}">
                <a16:creationId xmlns:a16="http://schemas.microsoft.com/office/drawing/2014/main" id="{D976D8D6-3BDC-1908-3425-FEE3EEF51A26}"/>
              </a:ext>
            </a:extLst>
          </p:cNvPr>
          <p:cNvSpPr>
            <a:spLocks noGrp="1"/>
          </p:cNvSpPr>
          <p:nvPr>
            <p:ph type="pic" sz="quarter" idx="14"/>
          </p:nvPr>
        </p:nvSpPr>
        <p:spPr>
          <a:xfrm>
            <a:off x="7317920" y="1447800"/>
            <a:ext cx="4214010" cy="4214010"/>
          </a:xfrm>
          <a:prstGeom prst="ellipse">
            <a:avLst/>
          </a:prstGeom>
          <a:solidFill>
            <a:schemeClr val="accent2"/>
          </a:solidFill>
        </p:spPr>
        <p:txBody>
          <a:bodyPr/>
          <a:lstStyle>
            <a:lvl1pPr marL="0" indent="0" algn="ctr">
              <a:buNone/>
              <a:defRPr sz="2000"/>
            </a:lvl1pPr>
          </a:lstStyle>
          <a:p>
            <a:r>
              <a:rPr lang="en-US"/>
              <a:t>Click icon to add picture</a:t>
            </a:r>
          </a:p>
        </p:txBody>
      </p:sp>
      <p:sp>
        <p:nvSpPr>
          <p:cNvPr id="4" name="Date Placeholder 3">
            <a:extLst>
              <a:ext uri="{FF2B5EF4-FFF2-40B4-BE49-F238E27FC236}">
                <a16:creationId xmlns:a16="http://schemas.microsoft.com/office/drawing/2014/main" id="{8E95D4F5-F69B-42F6-8A9D-330F696E144B}"/>
              </a:ext>
            </a:extLst>
          </p:cNvPr>
          <p:cNvSpPr>
            <a:spLocks noGrp="1"/>
          </p:cNvSpPr>
          <p:nvPr>
            <p:ph type="dt" sz="half" idx="10"/>
          </p:nvPr>
        </p:nvSpPr>
        <p:spPr/>
        <p:txBody>
          <a:bodyPr>
            <a:noAutofit/>
          </a:bodyPr>
          <a:lstStyle>
            <a:lvl1pPr>
              <a:defRPr>
                <a:solidFill>
                  <a:schemeClr val="accent2"/>
                </a:solidFill>
                <a:latin typeface="+mn-lt"/>
              </a:defRPr>
            </a:lvl1pPr>
          </a:lstStyle>
          <a:p>
            <a:r>
              <a:rPr lang="en-US"/>
              <a:t>9/8/20XX</a:t>
            </a:r>
          </a:p>
        </p:txBody>
      </p:sp>
      <p:sp>
        <p:nvSpPr>
          <p:cNvPr id="5" name="Footer Placeholder 4">
            <a:extLst>
              <a:ext uri="{FF2B5EF4-FFF2-40B4-BE49-F238E27FC236}">
                <a16:creationId xmlns:a16="http://schemas.microsoft.com/office/drawing/2014/main" id="{FA79A23A-2238-4904-8692-9F2DAE8B8FC9}"/>
              </a:ext>
            </a:extLst>
          </p:cNvPr>
          <p:cNvSpPr>
            <a:spLocks noGrp="1"/>
          </p:cNvSpPr>
          <p:nvPr>
            <p:ph type="ftr" sz="quarter" idx="11"/>
          </p:nvPr>
        </p:nvSpPr>
        <p:spPr/>
        <p:txBody>
          <a:bodyPr>
            <a:noAutofit/>
          </a:bodyPr>
          <a:lstStyle>
            <a:lvl1pPr>
              <a:defRPr>
                <a:solidFill>
                  <a:schemeClr val="accent2"/>
                </a:solidFill>
                <a:latin typeface="+mn-lt"/>
              </a:defRPr>
            </a:lvl1pPr>
          </a:lstStyle>
          <a:p>
            <a:endParaRPr lang="en-US"/>
          </a:p>
        </p:txBody>
      </p:sp>
      <p:sp>
        <p:nvSpPr>
          <p:cNvPr id="6" name="Slide Number Placeholder 5">
            <a:extLst>
              <a:ext uri="{FF2B5EF4-FFF2-40B4-BE49-F238E27FC236}">
                <a16:creationId xmlns:a16="http://schemas.microsoft.com/office/drawing/2014/main" id="{DB69FC35-DDC8-45FB-8ACB-21C15F57C1F1}"/>
              </a:ext>
            </a:extLst>
          </p:cNvPr>
          <p:cNvSpPr>
            <a:spLocks noGrp="1"/>
          </p:cNvSpPr>
          <p:nvPr>
            <p:ph type="sldNum" sz="quarter" idx="12"/>
          </p:nvPr>
        </p:nvSpPr>
        <p:spPr>
          <a:xfrm>
            <a:off x="10206318" y="6356350"/>
            <a:ext cx="1604682" cy="365125"/>
          </a:xfrm>
        </p:spPr>
        <p:txBody>
          <a:bodyPr>
            <a:noAutofit/>
          </a:bodyPr>
          <a:lstStyle>
            <a:lvl1pPr>
              <a:defRPr>
                <a:solidFill>
                  <a:schemeClr val="accent3"/>
                </a:solidFill>
                <a:latin typeface="+mn-lt"/>
              </a:defRPr>
            </a:lvl1pPr>
          </a:lstStyle>
          <a:p>
            <a:fld id="{294A09A9-5501-47C1-A89A-A340965A2BE2}" type="slidenum">
              <a:rPr lang="en-US" smtClean="0"/>
              <a:pPr/>
              <a:t>‹#›</a:t>
            </a:fld>
            <a:endParaRPr lang="en-US"/>
          </a:p>
        </p:txBody>
      </p:sp>
    </p:spTree>
    <p:extLst>
      <p:ext uri="{BB962C8B-B14F-4D97-AF65-F5344CB8AC3E}">
        <p14:creationId xmlns:p14="http://schemas.microsoft.com/office/powerpoint/2010/main" val="419303050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userDrawn="1">
  <p:cSld name="SmartArt 2">
    <p:spTree>
      <p:nvGrpSpPr>
        <p:cNvPr id="1" name=""/>
        <p:cNvGrpSpPr/>
        <p:nvPr/>
      </p:nvGrpSpPr>
      <p:grpSpPr>
        <a:xfrm>
          <a:off x="0" y="0"/>
          <a:ext cx="0" cy="0"/>
          <a:chOff x="0" y="0"/>
          <a:chExt cx="0" cy="0"/>
        </a:xfrm>
      </p:grpSpPr>
      <p:grpSp>
        <p:nvGrpSpPr>
          <p:cNvPr id="9" name="Group 8">
            <a:extLst>
              <a:ext uri="{FF2B5EF4-FFF2-40B4-BE49-F238E27FC236}">
                <a16:creationId xmlns:a16="http://schemas.microsoft.com/office/drawing/2014/main" id="{ABA2A58C-57B7-834C-8F5C-3299322411B1}"/>
              </a:ext>
              <a:ext uri="{C183D7F6-B498-43B3-948B-1728B52AA6E4}">
                <adec:decorative xmlns:adec="http://schemas.microsoft.com/office/drawing/2017/decorative" val="1"/>
              </a:ext>
            </a:extLst>
          </p:cNvPr>
          <p:cNvGrpSpPr/>
          <p:nvPr userDrawn="1"/>
        </p:nvGrpSpPr>
        <p:grpSpPr>
          <a:xfrm rot="16200000">
            <a:off x="10772262" y="152641"/>
            <a:ext cx="1572380" cy="1267097"/>
            <a:chOff x="7413403" y="4976359"/>
            <a:chExt cx="2334986" cy="1881641"/>
          </a:xfrm>
        </p:grpSpPr>
        <p:sp>
          <p:nvSpPr>
            <p:cNvPr id="13" name="Freeform 12">
              <a:extLst>
                <a:ext uri="{FF2B5EF4-FFF2-40B4-BE49-F238E27FC236}">
                  <a16:creationId xmlns:a16="http://schemas.microsoft.com/office/drawing/2014/main" id="{801D8067-144A-FE48-AF1E-529B662DCAD3}"/>
                </a:ext>
              </a:extLst>
            </p:cNvPr>
            <p:cNvSpPr/>
            <p:nvPr userDrawn="1"/>
          </p:nvSpPr>
          <p:spPr>
            <a:xfrm rot="5400000" flipH="1" flipV="1">
              <a:off x="8223822" y="5333433"/>
              <a:ext cx="1881641" cy="1167493"/>
            </a:xfrm>
            <a:custGeom>
              <a:avLst/>
              <a:gdLst>
                <a:gd name="connsiteX0" fmla="*/ 1881641 w 1881641"/>
                <a:gd name="connsiteY0" fmla="*/ 1167473 h 1167493"/>
                <a:gd name="connsiteX1" fmla="*/ 1881641 w 1881641"/>
                <a:gd name="connsiteY1" fmla="*/ 1167493 h 1167493"/>
                <a:gd name="connsiteX2" fmla="*/ 1167493 w 1881641"/>
                <a:gd name="connsiteY2" fmla="*/ 1167493 h 1167493"/>
                <a:gd name="connsiteX3" fmla="*/ 0 w 1881641"/>
                <a:gd name="connsiteY3" fmla="*/ 0 h 1167493"/>
                <a:gd name="connsiteX4" fmla="*/ 714149 w 1881641"/>
                <a:gd name="connsiteY4" fmla="*/ 0 h 1167493"/>
                <a:gd name="connsiteX5" fmla="*/ 1875614 w 1881641"/>
                <a:gd name="connsiteY5" fmla="*/ 1048124 h 1167493"/>
                <a:gd name="connsiteX6" fmla="*/ 1881641 w 1881641"/>
                <a:gd name="connsiteY6" fmla="*/ 1167473 h 11674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881641" h="1167493">
                  <a:moveTo>
                    <a:pt x="1881641" y="1167473"/>
                  </a:moveTo>
                  <a:lnTo>
                    <a:pt x="1881641" y="1167493"/>
                  </a:lnTo>
                  <a:lnTo>
                    <a:pt x="1167493" y="1167493"/>
                  </a:lnTo>
                  <a:cubicBezTo>
                    <a:pt x="522704" y="1167493"/>
                    <a:pt x="0" y="644789"/>
                    <a:pt x="0" y="0"/>
                  </a:cubicBezTo>
                  <a:lnTo>
                    <a:pt x="714149" y="0"/>
                  </a:lnTo>
                  <a:cubicBezTo>
                    <a:pt x="1318639" y="0"/>
                    <a:pt x="1815827" y="459408"/>
                    <a:pt x="1875614" y="1048124"/>
                  </a:cubicBezTo>
                  <a:lnTo>
                    <a:pt x="1881641" y="1167473"/>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4" name="Freeform 13">
              <a:extLst>
                <a:ext uri="{FF2B5EF4-FFF2-40B4-BE49-F238E27FC236}">
                  <a16:creationId xmlns:a16="http://schemas.microsoft.com/office/drawing/2014/main" id="{2ECA7D87-C78C-C140-AA28-C0FB20209045}"/>
                </a:ext>
              </a:extLst>
            </p:cNvPr>
            <p:cNvSpPr/>
            <p:nvPr userDrawn="1"/>
          </p:nvSpPr>
          <p:spPr>
            <a:xfrm rot="16200000" flipV="1">
              <a:off x="7056329" y="5333433"/>
              <a:ext cx="1881641" cy="1167493"/>
            </a:xfrm>
            <a:custGeom>
              <a:avLst/>
              <a:gdLst>
                <a:gd name="connsiteX0" fmla="*/ 1881641 w 1881641"/>
                <a:gd name="connsiteY0" fmla="*/ 1167473 h 1167493"/>
                <a:gd name="connsiteX1" fmla="*/ 1881641 w 1881641"/>
                <a:gd name="connsiteY1" fmla="*/ 1167493 h 1167493"/>
                <a:gd name="connsiteX2" fmla="*/ 1167493 w 1881641"/>
                <a:gd name="connsiteY2" fmla="*/ 1167493 h 1167493"/>
                <a:gd name="connsiteX3" fmla="*/ 0 w 1881641"/>
                <a:gd name="connsiteY3" fmla="*/ 0 h 1167493"/>
                <a:gd name="connsiteX4" fmla="*/ 714149 w 1881641"/>
                <a:gd name="connsiteY4" fmla="*/ 0 h 1167493"/>
                <a:gd name="connsiteX5" fmla="*/ 1875614 w 1881641"/>
                <a:gd name="connsiteY5" fmla="*/ 1048124 h 1167493"/>
                <a:gd name="connsiteX6" fmla="*/ 1881641 w 1881641"/>
                <a:gd name="connsiteY6" fmla="*/ 1167473 h 11674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881641" h="1167493">
                  <a:moveTo>
                    <a:pt x="1881641" y="1167473"/>
                  </a:moveTo>
                  <a:lnTo>
                    <a:pt x="1881641" y="1167493"/>
                  </a:lnTo>
                  <a:lnTo>
                    <a:pt x="1167493" y="1167493"/>
                  </a:lnTo>
                  <a:cubicBezTo>
                    <a:pt x="522704" y="1167493"/>
                    <a:pt x="0" y="644789"/>
                    <a:pt x="0" y="0"/>
                  </a:cubicBezTo>
                  <a:lnTo>
                    <a:pt x="714149" y="0"/>
                  </a:lnTo>
                  <a:cubicBezTo>
                    <a:pt x="1318639" y="0"/>
                    <a:pt x="1815827" y="459408"/>
                    <a:pt x="1875614" y="1048124"/>
                  </a:cubicBezTo>
                  <a:lnTo>
                    <a:pt x="1881641" y="1167473"/>
                  </a:lnTo>
                  <a:close/>
                </a:path>
              </a:pathLst>
            </a:cu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grpSp>
      <p:sp>
        <p:nvSpPr>
          <p:cNvPr id="2" name="Title 1">
            <a:extLst>
              <a:ext uri="{FF2B5EF4-FFF2-40B4-BE49-F238E27FC236}">
                <a16:creationId xmlns:a16="http://schemas.microsoft.com/office/drawing/2014/main" id="{3CD97974-B93C-4C96-B3F6-F69E3D6DE6CA}"/>
              </a:ext>
            </a:extLst>
          </p:cNvPr>
          <p:cNvSpPr>
            <a:spLocks noGrp="1"/>
          </p:cNvSpPr>
          <p:nvPr>
            <p:ph type="title" hasCustomPrompt="1"/>
          </p:nvPr>
        </p:nvSpPr>
        <p:spPr>
          <a:xfrm>
            <a:off x="1167492" y="457200"/>
            <a:ext cx="9692640" cy="1371600"/>
          </a:xfrm>
        </p:spPr>
        <p:txBody>
          <a:bodyPr anchor="b">
            <a:noAutofit/>
          </a:bodyPr>
          <a:lstStyle>
            <a:lvl1pPr>
              <a:defRPr sz="4200" b="1">
                <a:latin typeface="+mj-lt"/>
              </a:defRPr>
            </a:lvl1pPr>
          </a:lstStyle>
          <a:p>
            <a:r>
              <a:rPr lang="en-US"/>
              <a:t>Click to add title</a:t>
            </a:r>
          </a:p>
        </p:txBody>
      </p:sp>
      <p:sp>
        <p:nvSpPr>
          <p:cNvPr id="4" name="Content Placeholder 2">
            <a:extLst>
              <a:ext uri="{FF2B5EF4-FFF2-40B4-BE49-F238E27FC236}">
                <a16:creationId xmlns:a16="http://schemas.microsoft.com/office/drawing/2014/main" id="{C45E425B-455F-127B-1647-045FD094F15D}"/>
              </a:ext>
            </a:extLst>
          </p:cNvPr>
          <p:cNvSpPr>
            <a:spLocks noGrp="1"/>
          </p:cNvSpPr>
          <p:nvPr>
            <p:ph idx="10" hasCustomPrompt="1"/>
          </p:nvPr>
        </p:nvSpPr>
        <p:spPr>
          <a:xfrm>
            <a:off x="1167493" y="2087561"/>
            <a:ext cx="2693306" cy="3890543"/>
          </a:xfrm>
        </p:spPr>
        <p:txBody>
          <a:bodyPr>
            <a:noAutofit/>
          </a:bodyPr>
          <a:lstStyle>
            <a:lvl1pPr marL="0" indent="0">
              <a:buNone/>
              <a:defRPr sz="2000">
                <a:latin typeface="+mn-lt"/>
              </a:defRPr>
            </a:lvl1pPr>
            <a:lvl2pPr marL="457200" indent="0">
              <a:buNone/>
              <a:defRPr sz="2000">
                <a:latin typeface="+mn-lt"/>
              </a:defRPr>
            </a:lvl2pPr>
            <a:lvl3pPr marL="914400" indent="0">
              <a:buNone/>
              <a:defRPr sz="2000">
                <a:latin typeface="+mn-lt"/>
              </a:defRPr>
            </a:lvl3pPr>
            <a:lvl4pPr marL="1371600" indent="0">
              <a:buNone/>
              <a:defRPr sz="2000">
                <a:latin typeface="+mn-lt"/>
              </a:defRPr>
            </a:lvl4pPr>
            <a:lvl5pPr marL="1828800" indent="0">
              <a:buNone/>
              <a:defRPr sz="2000">
                <a:latin typeface="+mn-lt"/>
              </a:defRPr>
            </a:lvl5pPr>
          </a:lstStyle>
          <a:p>
            <a:pPr lvl="0"/>
            <a:r>
              <a:rPr lang="en-US"/>
              <a:t>Click to add text</a:t>
            </a:r>
          </a:p>
          <a:p>
            <a:pPr lvl="1"/>
            <a:r>
              <a:rPr lang="en-US"/>
              <a:t>Second level</a:t>
            </a:r>
          </a:p>
          <a:p>
            <a:pPr lvl="2"/>
            <a:r>
              <a:rPr lang="en-US"/>
              <a:t>Third level</a:t>
            </a:r>
          </a:p>
          <a:p>
            <a:pPr lvl="3"/>
            <a:r>
              <a:rPr lang="en-US"/>
              <a:t>Fourth level</a:t>
            </a:r>
          </a:p>
          <a:p>
            <a:pPr lvl="4"/>
            <a:r>
              <a:rPr lang="en-US"/>
              <a:t>Fifth level</a:t>
            </a:r>
          </a:p>
        </p:txBody>
      </p:sp>
      <p:sp>
        <p:nvSpPr>
          <p:cNvPr id="3" name="Content Placeholder 2">
            <a:extLst>
              <a:ext uri="{FF2B5EF4-FFF2-40B4-BE49-F238E27FC236}">
                <a16:creationId xmlns:a16="http://schemas.microsoft.com/office/drawing/2014/main" id="{8A6FC6F2-80B4-49A7-9448-33FE2DF0E967}"/>
              </a:ext>
            </a:extLst>
          </p:cNvPr>
          <p:cNvSpPr>
            <a:spLocks noGrp="1"/>
          </p:cNvSpPr>
          <p:nvPr>
            <p:ph idx="1" hasCustomPrompt="1"/>
          </p:nvPr>
        </p:nvSpPr>
        <p:spPr>
          <a:xfrm>
            <a:off x="4216400" y="2087563"/>
            <a:ext cx="6730274" cy="3890543"/>
          </a:xfrm>
        </p:spPr>
        <p:txBody>
          <a:bodyPr>
            <a:noAutofit/>
          </a:bodyPr>
          <a:lstStyle>
            <a:lvl1pPr marL="0" indent="0">
              <a:buNone/>
              <a:defRPr>
                <a:latin typeface="+mn-lt"/>
              </a:defRPr>
            </a:lvl1pPr>
            <a:lvl2pPr marL="457200" indent="0">
              <a:buNone/>
              <a:defRPr>
                <a:latin typeface="+mn-lt"/>
              </a:defRPr>
            </a:lvl2pPr>
            <a:lvl3pPr marL="914400" indent="0">
              <a:buNone/>
              <a:defRPr>
                <a:latin typeface="+mn-lt"/>
              </a:defRPr>
            </a:lvl3pPr>
            <a:lvl4pPr marL="1371600" indent="0">
              <a:buNone/>
              <a:defRPr>
                <a:latin typeface="+mn-lt"/>
              </a:defRPr>
            </a:lvl4pPr>
            <a:lvl5pPr marL="1828800" indent="0">
              <a:buNone/>
              <a:defRPr>
                <a:latin typeface="+mn-lt"/>
              </a:defRPr>
            </a:lvl5pPr>
          </a:lstStyle>
          <a:p>
            <a:pPr lvl="0"/>
            <a:r>
              <a:rPr lang="en-US"/>
              <a:t>Click to add content</a:t>
            </a:r>
          </a:p>
          <a:p>
            <a:pPr lvl="1"/>
            <a:r>
              <a:rPr lang="en-US"/>
              <a:t>Second level</a:t>
            </a:r>
          </a:p>
          <a:p>
            <a:pPr lvl="2"/>
            <a:r>
              <a:rPr lang="en-US"/>
              <a:t>Third level</a:t>
            </a:r>
          </a:p>
          <a:p>
            <a:pPr lvl="3"/>
            <a:r>
              <a:rPr lang="en-US"/>
              <a:t>Fourth level</a:t>
            </a:r>
          </a:p>
          <a:p>
            <a:pPr lvl="4"/>
            <a:r>
              <a:rPr lang="en-US"/>
              <a:t>Fifth level</a:t>
            </a:r>
          </a:p>
        </p:txBody>
      </p:sp>
      <p:sp>
        <p:nvSpPr>
          <p:cNvPr id="10" name="Date Placeholder 3">
            <a:extLst>
              <a:ext uri="{FF2B5EF4-FFF2-40B4-BE49-F238E27FC236}">
                <a16:creationId xmlns:a16="http://schemas.microsoft.com/office/drawing/2014/main" id="{7536C149-3EFE-A94E-902D-57CED00B2C0F}"/>
              </a:ext>
            </a:extLst>
          </p:cNvPr>
          <p:cNvSpPr>
            <a:spLocks noGrp="1"/>
          </p:cNvSpPr>
          <p:nvPr>
            <p:ph type="dt" sz="half" idx="2"/>
          </p:nvPr>
        </p:nvSpPr>
        <p:spPr>
          <a:xfrm>
            <a:off x="381000" y="6356350"/>
            <a:ext cx="1701018" cy="365125"/>
          </a:xfrm>
          <a:prstGeom prst="rect">
            <a:avLst/>
          </a:prstGeom>
        </p:spPr>
        <p:txBody>
          <a:bodyPr vert="horz" lIns="91440" tIns="45720" rIns="91440" bIns="45720" rtlCol="0" anchor="ctr">
            <a:noAutofit/>
          </a:bodyPr>
          <a:lstStyle>
            <a:lvl1pPr algn="l">
              <a:defRPr sz="1200">
                <a:solidFill>
                  <a:schemeClr val="accent3"/>
                </a:solidFill>
                <a:latin typeface="+mn-lt"/>
              </a:defRPr>
            </a:lvl1pPr>
          </a:lstStyle>
          <a:p>
            <a:r>
              <a:rPr lang="en-US"/>
              <a:t>9/8/20XX</a:t>
            </a:r>
          </a:p>
        </p:txBody>
      </p:sp>
      <p:sp>
        <p:nvSpPr>
          <p:cNvPr id="11" name="Footer Placeholder 4">
            <a:extLst>
              <a:ext uri="{FF2B5EF4-FFF2-40B4-BE49-F238E27FC236}">
                <a16:creationId xmlns:a16="http://schemas.microsoft.com/office/drawing/2014/main" id="{53CA1E78-F17D-F34D-9F81-0DBF44F37894}"/>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noAutofit/>
          </a:bodyPr>
          <a:lstStyle>
            <a:lvl1pPr algn="ctr">
              <a:defRPr sz="1200">
                <a:solidFill>
                  <a:schemeClr val="accent3"/>
                </a:solidFill>
                <a:latin typeface="+mn-lt"/>
              </a:defRPr>
            </a:lvl1pPr>
          </a:lstStyle>
          <a:p>
            <a:endParaRPr lang="en-US"/>
          </a:p>
        </p:txBody>
      </p:sp>
      <p:sp>
        <p:nvSpPr>
          <p:cNvPr id="12" name="Slide Number Placeholder 5">
            <a:extLst>
              <a:ext uri="{FF2B5EF4-FFF2-40B4-BE49-F238E27FC236}">
                <a16:creationId xmlns:a16="http://schemas.microsoft.com/office/drawing/2014/main" id="{1FE54918-A625-F64F-A42E-A427E9B2D489}"/>
              </a:ext>
            </a:extLst>
          </p:cNvPr>
          <p:cNvSpPr>
            <a:spLocks noGrp="1"/>
          </p:cNvSpPr>
          <p:nvPr>
            <p:ph type="sldNum" sz="quarter" idx="4"/>
          </p:nvPr>
        </p:nvSpPr>
        <p:spPr>
          <a:xfrm>
            <a:off x="10153276" y="6356350"/>
            <a:ext cx="1657723" cy="365125"/>
          </a:xfrm>
          <a:prstGeom prst="rect">
            <a:avLst/>
          </a:prstGeom>
        </p:spPr>
        <p:txBody>
          <a:bodyPr vert="horz" lIns="91440" tIns="45720" rIns="91440" bIns="45720" rtlCol="0" anchor="ctr">
            <a:noAutofit/>
          </a:bodyPr>
          <a:lstStyle>
            <a:lvl1pPr algn="r">
              <a:defRPr sz="1200">
                <a:solidFill>
                  <a:schemeClr val="accent3"/>
                </a:solidFill>
                <a:latin typeface="+mn-lt"/>
              </a:defRPr>
            </a:lvl1pPr>
          </a:lstStyle>
          <a:p>
            <a:fld id="{294A09A9-5501-47C1-A89A-A340965A2BE2}" type="slidenum">
              <a:rPr lang="en-US" smtClean="0"/>
              <a:pPr/>
              <a:t>‹#›</a:t>
            </a:fld>
            <a:endParaRPr lang="en-US"/>
          </a:p>
        </p:txBody>
      </p:sp>
    </p:spTree>
    <p:extLst>
      <p:ext uri="{BB962C8B-B14F-4D97-AF65-F5344CB8AC3E}">
        <p14:creationId xmlns:p14="http://schemas.microsoft.com/office/powerpoint/2010/main" val="182709855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userDrawn="1">
  <p:cSld name="Title and Content and Image 2">
    <p:spTree>
      <p:nvGrpSpPr>
        <p:cNvPr id="1" name=""/>
        <p:cNvGrpSpPr/>
        <p:nvPr/>
      </p:nvGrpSpPr>
      <p:grpSpPr>
        <a:xfrm>
          <a:off x="0" y="0"/>
          <a:ext cx="0" cy="0"/>
          <a:chOff x="0" y="0"/>
          <a:chExt cx="0" cy="0"/>
        </a:xfrm>
      </p:grpSpPr>
      <p:grpSp>
        <p:nvGrpSpPr>
          <p:cNvPr id="14" name="Group 13">
            <a:extLst>
              <a:ext uri="{FF2B5EF4-FFF2-40B4-BE49-F238E27FC236}">
                <a16:creationId xmlns:a16="http://schemas.microsoft.com/office/drawing/2014/main" id="{79F46B00-4AE8-52A2-6926-FC2F5DD1FAD4}"/>
              </a:ext>
              <a:ext uri="{C183D7F6-B498-43B3-948B-1728B52AA6E4}">
                <adec:decorative xmlns:adec="http://schemas.microsoft.com/office/drawing/2017/decorative" val="1"/>
              </a:ext>
            </a:extLst>
          </p:cNvPr>
          <p:cNvGrpSpPr/>
          <p:nvPr userDrawn="1"/>
        </p:nvGrpSpPr>
        <p:grpSpPr>
          <a:xfrm>
            <a:off x="-2364" y="0"/>
            <a:ext cx="12194364" cy="6858000"/>
            <a:chOff x="-2364" y="0"/>
            <a:chExt cx="12194364" cy="6858000"/>
          </a:xfrm>
        </p:grpSpPr>
        <p:sp>
          <p:nvSpPr>
            <p:cNvPr id="4" name="Freeform 3">
              <a:extLst>
                <a:ext uri="{FF2B5EF4-FFF2-40B4-BE49-F238E27FC236}">
                  <a16:creationId xmlns:a16="http://schemas.microsoft.com/office/drawing/2014/main" id="{6A7F6A3F-E1DD-A246-9A6D-5F9B18BA2588}"/>
                </a:ext>
              </a:extLst>
            </p:cNvPr>
            <p:cNvSpPr/>
            <p:nvPr userDrawn="1"/>
          </p:nvSpPr>
          <p:spPr>
            <a:xfrm rot="5400000">
              <a:off x="8580896" y="0"/>
              <a:ext cx="3611104" cy="3611104"/>
            </a:xfrm>
            <a:custGeom>
              <a:avLst/>
              <a:gdLst>
                <a:gd name="connsiteX0" fmla="*/ 0 w 1167493"/>
                <a:gd name="connsiteY0" fmla="*/ 0 h 1167493"/>
                <a:gd name="connsiteX1" fmla="*/ 1167493 w 1167493"/>
                <a:gd name="connsiteY1" fmla="*/ 0 h 1167493"/>
                <a:gd name="connsiteX2" fmla="*/ 0 w 1167493"/>
                <a:gd name="connsiteY2" fmla="*/ 1167493 h 1167493"/>
                <a:gd name="connsiteX3" fmla="*/ 0 w 1167493"/>
                <a:gd name="connsiteY3" fmla="*/ 0 h 1167493"/>
              </a:gdLst>
              <a:ahLst/>
              <a:cxnLst>
                <a:cxn ang="0">
                  <a:pos x="connsiteX0" y="connsiteY0"/>
                </a:cxn>
                <a:cxn ang="0">
                  <a:pos x="connsiteX1" y="connsiteY1"/>
                </a:cxn>
                <a:cxn ang="0">
                  <a:pos x="connsiteX2" y="connsiteY2"/>
                </a:cxn>
                <a:cxn ang="0">
                  <a:pos x="connsiteX3" y="connsiteY3"/>
                </a:cxn>
              </a:cxnLst>
              <a:rect l="l" t="t" r="r" b="b"/>
              <a:pathLst>
                <a:path w="1167493" h="1167493">
                  <a:moveTo>
                    <a:pt x="0" y="0"/>
                  </a:moveTo>
                  <a:lnTo>
                    <a:pt x="1167493" y="0"/>
                  </a:lnTo>
                  <a:cubicBezTo>
                    <a:pt x="522704" y="0"/>
                    <a:pt x="0" y="522704"/>
                    <a:pt x="0" y="1167493"/>
                  </a:cubicBezTo>
                  <a:lnTo>
                    <a:pt x="0" y="0"/>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5" name="Freeform 4">
              <a:extLst>
                <a:ext uri="{FF2B5EF4-FFF2-40B4-BE49-F238E27FC236}">
                  <a16:creationId xmlns:a16="http://schemas.microsoft.com/office/drawing/2014/main" id="{055FD0FC-C8FF-6741-A364-A29CDC6F9495}"/>
                </a:ext>
              </a:extLst>
            </p:cNvPr>
            <p:cNvSpPr/>
            <p:nvPr userDrawn="1"/>
          </p:nvSpPr>
          <p:spPr>
            <a:xfrm>
              <a:off x="-2364" y="3246896"/>
              <a:ext cx="3611104" cy="3611104"/>
            </a:xfrm>
            <a:custGeom>
              <a:avLst/>
              <a:gdLst>
                <a:gd name="connsiteX0" fmla="*/ 0 w 1167493"/>
                <a:gd name="connsiteY0" fmla="*/ 0 h 1167493"/>
                <a:gd name="connsiteX1" fmla="*/ 1167493 w 1167493"/>
                <a:gd name="connsiteY1" fmla="*/ 1167493 h 1167493"/>
                <a:gd name="connsiteX2" fmla="*/ 0 w 1167493"/>
                <a:gd name="connsiteY2" fmla="*/ 1167493 h 1167493"/>
                <a:gd name="connsiteX3" fmla="*/ 0 w 1167493"/>
                <a:gd name="connsiteY3" fmla="*/ 0 h 1167493"/>
              </a:gdLst>
              <a:ahLst/>
              <a:cxnLst>
                <a:cxn ang="0">
                  <a:pos x="connsiteX0" y="connsiteY0"/>
                </a:cxn>
                <a:cxn ang="0">
                  <a:pos x="connsiteX1" y="connsiteY1"/>
                </a:cxn>
                <a:cxn ang="0">
                  <a:pos x="connsiteX2" y="connsiteY2"/>
                </a:cxn>
                <a:cxn ang="0">
                  <a:pos x="connsiteX3" y="connsiteY3"/>
                </a:cxn>
              </a:cxnLst>
              <a:rect l="l" t="t" r="r" b="b"/>
              <a:pathLst>
                <a:path w="1167493" h="1167493">
                  <a:moveTo>
                    <a:pt x="0" y="0"/>
                  </a:moveTo>
                  <a:cubicBezTo>
                    <a:pt x="0" y="644789"/>
                    <a:pt x="522704" y="1167493"/>
                    <a:pt x="1167493" y="1167493"/>
                  </a:cubicBezTo>
                  <a:lnTo>
                    <a:pt x="0" y="1167493"/>
                  </a:lnTo>
                  <a:lnTo>
                    <a:pt x="0" y="0"/>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latin typeface="+mn-lt"/>
              </a:endParaRPr>
            </a:p>
          </p:txBody>
        </p:sp>
        <p:grpSp>
          <p:nvGrpSpPr>
            <p:cNvPr id="9" name="Group 8">
              <a:extLst>
                <a:ext uri="{FF2B5EF4-FFF2-40B4-BE49-F238E27FC236}">
                  <a16:creationId xmlns:a16="http://schemas.microsoft.com/office/drawing/2014/main" id="{9861BC34-DFBF-2D4F-B463-FCFBC08391FF}"/>
                </a:ext>
              </a:extLst>
            </p:cNvPr>
            <p:cNvGrpSpPr/>
            <p:nvPr userDrawn="1"/>
          </p:nvGrpSpPr>
          <p:grpSpPr>
            <a:xfrm>
              <a:off x="2587417" y="5590903"/>
              <a:ext cx="1572380" cy="1267097"/>
              <a:chOff x="7413403" y="4976359"/>
              <a:chExt cx="2334986" cy="1881641"/>
            </a:xfrm>
          </p:grpSpPr>
          <p:sp>
            <p:nvSpPr>
              <p:cNvPr id="7" name="Freeform 6">
                <a:extLst>
                  <a:ext uri="{FF2B5EF4-FFF2-40B4-BE49-F238E27FC236}">
                    <a16:creationId xmlns:a16="http://schemas.microsoft.com/office/drawing/2014/main" id="{55C37C19-F268-4A43-A0D4-3B1B38D48952}"/>
                  </a:ext>
                </a:extLst>
              </p:cNvPr>
              <p:cNvSpPr/>
              <p:nvPr userDrawn="1"/>
            </p:nvSpPr>
            <p:spPr>
              <a:xfrm rot="5400000" flipH="1" flipV="1">
                <a:off x="8223822" y="5333433"/>
                <a:ext cx="1881641" cy="1167493"/>
              </a:xfrm>
              <a:custGeom>
                <a:avLst/>
                <a:gdLst>
                  <a:gd name="connsiteX0" fmla="*/ 1881641 w 1881641"/>
                  <a:gd name="connsiteY0" fmla="*/ 1167473 h 1167493"/>
                  <a:gd name="connsiteX1" fmla="*/ 1881641 w 1881641"/>
                  <a:gd name="connsiteY1" fmla="*/ 1167493 h 1167493"/>
                  <a:gd name="connsiteX2" fmla="*/ 1167493 w 1881641"/>
                  <a:gd name="connsiteY2" fmla="*/ 1167493 h 1167493"/>
                  <a:gd name="connsiteX3" fmla="*/ 0 w 1881641"/>
                  <a:gd name="connsiteY3" fmla="*/ 0 h 1167493"/>
                  <a:gd name="connsiteX4" fmla="*/ 714149 w 1881641"/>
                  <a:gd name="connsiteY4" fmla="*/ 0 h 1167493"/>
                  <a:gd name="connsiteX5" fmla="*/ 1875614 w 1881641"/>
                  <a:gd name="connsiteY5" fmla="*/ 1048124 h 1167493"/>
                  <a:gd name="connsiteX6" fmla="*/ 1881641 w 1881641"/>
                  <a:gd name="connsiteY6" fmla="*/ 1167473 h 11674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881641" h="1167493">
                    <a:moveTo>
                      <a:pt x="1881641" y="1167473"/>
                    </a:moveTo>
                    <a:lnTo>
                      <a:pt x="1881641" y="1167493"/>
                    </a:lnTo>
                    <a:lnTo>
                      <a:pt x="1167493" y="1167493"/>
                    </a:lnTo>
                    <a:cubicBezTo>
                      <a:pt x="522704" y="1167493"/>
                      <a:pt x="0" y="644789"/>
                      <a:pt x="0" y="0"/>
                    </a:cubicBezTo>
                    <a:lnTo>
                      <a:pt x="714149" y="0"/>
                    </a:lnTo>
                    <a:cubicBezTo>
                      <a:pt x="1318639" y="0"/>
                      <a:pt x="1815827" y="459408"/>
                      <a:pt x="1875614" y="1048124"/>
                    </a:cubicBezTo>
                    <a:lnTo>
                      <a:pt x="1881641" y="1167473"/>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latin typeface="+mn-lt"/>
                </a:endParaRPr>
              </a:p>
            </p:txBody>
          </p:sp>
          <p:sp>
            <p:nvSpPr>
              <p:cNvPr id="8" name="Freeform 7">
                <a:extLst>
                  <a:ext uri="{FF2B5EF4-FFF2-40B4-BE49-F238E27FC236}">
                    <a16:creationId xmlns:a16="http://schemas.microsoft.com/office/drawing/2014/main" id="{E4F760E5-9D5D-E44F-AEBF-20CA8DE87D11}"/>
                  </a:ext>
                </a:extLst>
              </p:cNvPr>
              <p:cNvSpPr/>
              <p:nvPr userDrawn="1"/>
            </p:nvSpPr>
            <p:spPr>
              <a:xfrm rot="16200000" flipV="1">
                <a:off x="7056329" y="5333433"/>
                <a:ext cx="1881641" cy="1167493"/>
              </a:xfrm>
              <a:custGeom>
                <a:avLst/>
                <a:gdLst>
                  <a:gd name="connsiteX0" fmla="*/ 1881641 w 1881641"/>
                  <a:gd name="connsiteY0" fmla="*/ 1167473 h 1167493"/>
                  <a:gd name="connsiteX1" fmla="*/ 1881641 w 1881641"/>
                  <a:gd name="connsiteY1" fmla="*/ 1167493 h 1167493"/>
                  <a:gd name="connsiteX2" fmla="*/ 1167493 w 1881641"/>
                  <a:gd name="connsiteY2" fmla="*/ 1167493 h 1167493"/>
                  <a:gd name="connsiteX3" fmla="*/ 0 w 1881641"/>
                  <a:gd name="connsiteY3" fmla="*/ 0 h 1167493"/>
                  <a:gd name="connsiteX4" fmla="*/ 714149 w 1881641"/>
                  <a:gd name="connsiteY4" fmla="*/ 0 h 1167493"/>
                  <a:gd name="connsiteX5" fmla="*/ 1875614 w 1881641"/>
                  <a:gd name="connsiteY5" fmla="*/ 1048124 h 1167493"/>
                  <a:gd name="connsiteX6" fmla="*/ 1881641 w 1881641"/>
                  <a:gd name="connsiteY6" fmla="*/ 1167473 h 11674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881641" h="1167493">
                    <a:moveTo>
                      <a:pt x="1881641" y="1167473"/>
                    </a:moveTo>
                    <a:lnTo>
                      <a:pt x="1881641" y="1167493"/>
                    </a:lnTo>
                    <a:lnTo>
                      <a:pt x="1167493" y="1167493"/>
                    </a:lnTo>
                    <a:cubicBezTo>
                      <a:pt x="522704" y="1167493"/>
                      <a:pt x="0" y="644789"/>
                      <a:pt x="0" y="0"/>
                    </a:cubicBezTo>
                    <a:lnTo>
                      <a:pt x="714149" y="0"/>
                    </a:lnTo>
                    <a:cubicBezTo>
                      <a:pt x="1318639" y="0"/>
                      <a:pt x="1815827" y="459408"/>
                      <a:pt x="1875614" y="1048124"/>
                    </a:cubicBezTo>
                    <a:lnTo>
                      <a:pt x="1881641" y="1167473"/>
                    </a:lnTo>
                    <a:close/>
                  </a:path>
                </a:pathLst>
              </a:cu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latin typeface="+mn-lt"/>
                </a:endParaRPr>
              </a:p>
            </p:txBody>
          </p:sp>
        </p:grpSp>
      </p:grpSp>
      <p:sp>
        <p:nvSpPr>
          <p:cNvPr id="2" name="Title 1">
            <a:extLst>
              <a:ext uri="{FF2B5EF4-FFF2-40B4-BE49-F238E27FC236}">
                <a16:creationId xmlns:a16="http://schemas.microsoft.com/office/drawing/2014/main" id="{3CD97974-B93C-4C96-B3F6-F69E3D6DE6CA}"/>
              </a:ext>
            </a:extLst>
          </p:cNvPr>
          <p:cNvSpPr>
            <a:spLocks noGrp="1"/>
          </p:cNvSpPr>
          <p:nvPr>
            <p:ph type="title" hasCustomPrompt="1"/>
          </p:nvPr>
        </p:nvSpPr>
        <p:spPr>
          <a:xfrm>
            <a:off x="5549489" y="457199"/>
            <a:ext cx="5943599" cy="1920240"/>
          </a:xfrm>
        </p:spPr>
        <p:txBody>
          <a:bodyPr anchor="b">
            <a:noAutofit/>
          </a:bodyPr>
          <a:lstStyle>
            <a:lvl1pPr>
              <a:defRPr sz="4200" b="1">
                <a:latin typeface="+mj-lt"/>
              </a:defRPr>
            </a:lvl1pPr>
          </a:lstStyle>
          <a:p>
            <a:r>
              <a:rPr lang="en-US"/>
              <a:t>Click to add title</a:t>
            </a:r>
          </a:p>
        </p:txBody>
      </p:sp>
      <p:sp>
        <p:nvSpPr>
          <p:cNvPr id="15" name="Content Placeholder 2">
            <a:extLst>
              <a:ext uri="{FF2B5EF4-FFF2-40B4-BE49-F238E27FC236}">
                <a16:creationId xmlns:a16="http://schemas.microsoft.com/office/drawing/2014/main" id="{6BBDFA0C-B372-969D-6C8A-F664A4BF8D41}"/>
              </a:ext>
            </a:extLst>
          </p:cNvPr>
          <p:cNvSpPr>
            <a:spLocks noGrp="1" noChangeAspect="1"/>
          </p:cNvSpPr>
          <p:nvPr>
            <p:ph idx="17" hasCustomPrompt="1"/>
          </p:nvPr>
        </p:nvSpPr>
        <p:spPr>
          <a:xfrm>
            <a:off x="823108" y="640080"/>
            <a:ext cx="4297680" cy="4297680"/>
          </a:xfrm>
          <a:prstGeom prst="ellipse">
            <a:avLst/>
          </a:prstGeom>
          <a:solidFill>
            <a:schemeClr val="accent2"/>
          </a:solidFill>
        </p:spPr>
        <p:txBody>
          <a:bodyPr anchor="ctr" anchorCtr="0">
            <a:noAutofit/>
          </a:bodyPr>
          <a:lstStyle>
            <a:lvl1pPr marL="0" indent="0" algn="ctr">
              <a:buFont typeface="Arial" panose="020B0604020202020204" pitchFamily="34" charset="0"/>
              <a:buNone/>
              <a:defRPr sz="2000">
                <a:latin typeface="+mn-lt"/>
              </a:defRPr>
            </a:lvl1pPr>
            <a:lvl2pPr marL="347663" indent="0" algn="ctr">
              <a:buFont typeface="Arial" panose="020B0604020202020204" pitchFamily="34" charset="0"/>
              <a:buNone/>
              <a:defRPr sz="2000">
                <a:latin typeface="+mn-lt"/>
              </a:defRPr>
            </a:lvl2pPr>
            <a:lvl3pPr marL="685800" indent="0" algn="ctr">
              <a:buFont typeface="Arial" panose="020B0604020202020204" pitchFamily="34" charset="0"/>
              <a:buNone/>
              <a:defRPr sz="2000">
                <a:latin typeface="+mn-lt"/>
              </a:defRPr>
            </a:lvl3pPr>
            <a:lvl4pPr marL="914400" indent="0" algn="ctr">
              <a:buFont typeface="Arial" panose="020B0604020202020204" pitchFamily="34" charset="0"/>
              <a:buNone/>
              <a:defRPr sz="2000">
                <a:latin typeface="+mn-lt"/>
              </a:defRPr>
            </a:lvl4pPr>
            <a:lvl5pPr marL="1143000" indent="0" algn="ctr">
              <a:buFont typeface="Arial" panose="020B0604020202020204" pitchFamily="34" charset="0"/>
              <a:buNone/>
              <a:defRPr sz="2000">
                <a:latin typeface="+mn-lt"/>
              </a:defRPr>
            </a:lvl5pPr>
          </a:lstStyle>
          <a:p>
            <a:pPr lvl="0"/>
            <a:r>
              <a:rPr lang="en-US"/>
              <a:t>Click to add text</a:t>
            </a:r>
          </a:p>
          <a:p>
            <a:pPr lvl="1"/>
            <a:r>
              <a:rPr lang="en-US"/>
              <a:t>Second level</a:t>
            </a:r>
          </a:p>
          <a:p>
            <a:pPr lvl="2"/>
            <a:r>
              <a:rPr lang="en-US"/>
              <a:t>Third level</a:t>
            </a:r>
          </a:p>
          <a:p>
            <a:pPr lvl="3"/>
            <a:r>
              <a:rPr lang="en-US"/>
              <a:t>Fourth level</a:t>
            </a:r>
          </a:p>
          <a:p>
            <a:pPr lvl="4"/>
            <a:r>
              <a:rPr lang="en-US"/>
              <a:t>Fifth level</a:t>
            </a:r>
          </a:p>
        </p:txBody>
      </p:sp>
      <p:sp>
        <p:nvSpPr>
          <p:cNvPr id="10" name="Date Placeholder 3">
            <a:extLst>
              <a:ext uri="{FF2B5EF4-FFF2-40B4-BE49-F238E27FC236}">
                <a16:creationId xmlns:a16="http://schemas.microsoft.com/office/drawing/2014/main" id="{7536C149-3EFE-A94E-902D-57CED00B2C0F}"/>
              </a:ext>
            </a:extLst>
          </p:cNvPr>
          <p:cNvSpPr>
            <a:spLocks noGrp="1"/>
          </p:cNvSpPr>
          <p:nvPr>
            <p:ph type="dt" sz="half" idx="2"/>
          </p:nvPr>
        </p:nvSpPr>
        <p:spPr>
          <a:xfrm>
            <a:off x="381000" y="6356350"/>
            <a:ext cx="1767114" cy="365125"/>
          </a:xfrm>
          <a:prstGeom prst="rect">
            <a:avLst/>
          </a:prstGeom>
        </p:spPr>
        <p:txBody>
          <a:bodyPr vert="horz" lIns="91440" tIns="45720" rIns="91440" bIns="45720" rtlCol="0" anchor="ctr">
            <a:noAutofit/>
          </a:bodyPr>
          <a:lstStyle>
            <a:lvl1pPr algn="l">
              <a:defRPr sz="1200">
                <a:solidFill>
                  <a:schemeClr val="accent2"/>
                </a:solidFill>
                <a:latin typeface="+mn-lt"/>
              </a:defRPr>
            </a:lvl1pPr>
          </a:lstStyle>
          <a:p>
            <a:r>
              <a:rPr lang="en-US"/>
              <a:t>9/8/20XX</a:t>
            </a:r>
          </a:p>
        </p:txBody>
      </p:sp>
      <p:sp>
        <p:nvSpPr>
          <p:cNvPr id="11" name="Footer Placeholder 4">
            <a:extLst>
              <a:ext uri="{FF2B5EF4-FFF2-40B4-BE49-F238E27FC236}">
                <a16:creationId xmlns:a16="http://schemas.microsoft.com/office/drawing/2014/main" id="{53CA1E78-F17D-F34D-9F81-0DBF44F37894}"/>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noAutofit/>
          </a:bodyPr>
          <a:lstStyle>
            <a:lvl1pPr algn="ctr">
              <a:defRPr sz="1200">
                <a:solidFill>
                  <a:schemeClr val="accent3"/>
                </a:solidFill>
                <a:latin typeface="+mn-lt"/>
              </a:defRPr>
            </a:lvl1pPr>
          </a:lstStyle>
          <a:p>
            <a:endParaRPr lang="en-US"/>
          </a:p>
        </p:txBody>
      </p:sp>
      <p:sp>
        <p:nvSpPr>
          <p:cNvPr id="12" name="Slide Number Placeholder 5">
            <a:extLst>
              <a:ext uri="{FF2B5EF4-FFF2-40B4-BE49-F238E27FC236}">
                <a16:creationId xmlns:a16="http://schemas.microsoft.com/office/drawing/2014/main" id="{1FE54918-A625-F64F-A42E-A427E9B2D489}"/>
              </a:ext>
            </a:extLst>
          </p:cNvPr>
          <p:cNvSpPr>
            <a:spLocks noGrp="1"/>
          </p:cNvSpPr>
          <p:nvPr>
            <p:ph type="sldNum" sz="quarter" idx="4"/>
          </p:nvPr>
        </p:nvSpPr>
        <p:spPr>
          <a:xfrm>
            <a:off x="10153276" y="6356350"/>
            <a:ext cx="1657723" cy="365125"/>
          </a:xfrm>
          <a:prstGeom prst="rect">
            <a:avLst/>
          </a:prstGeom>
        </p:spPr>
        <p:txBody>
          <a:bodyPr vert="horz" lIns="91440" tIns="45720" rIns="91440" bIns="45720" rtlCol="0" anchor="ctr">
            <a:noAutofit/>
          </a:bodyPr>
          <a:lstStyle>
            <a:lvl1pPr algn="r">
              <a:defRPr sz="1200">
                <a:solidFill>
                  <a:schemeClr val="accent3"/>
                </a:solidFill>
                <a:latin typeface="+mn-lt"/>
              </a:defRPr>
            </a:lvl1pPr>
          </a:lstStyle>
          <a:p>
            <a:fld id="{294A09A9-5501-47C1-A89A-A340965A2BE2}" type="slidenum">
              <a:rPr lang="en-US" smtClean="0"/>
              <a:pPr/>
              <a:t>‹#›</a:t>
            </a:fld>
            <a:endParaRPr lang="en-US"/>
          </a:p>
        </p:txBody>
      </p:sp>
      <p:sp>
        <p:nvSpPr>
          <p:cNvPr id="3" name="Content Placeholder 2">
            <a:extLst>
              <a:ext uri="{FF2B5EF4-FFF2-40B4-BE49-F238E27FC236}">
                <a16:creationId xmlns:a16="http://schemas.microsoft.com/office/drawing/2014/main" id="{99A8D2CC-EE75-85FA-1577-88C0BEC7B10C}"/>
              </a:ext>
            </a:extLst>
          </p:cNvPr>
          <p:cNvSpPr>
            <a:spLocks noGrp="1"/>
          </p:cNvSpPr>
          <p:nvPr>
            <p:ph idx="15" hasCustomPrompt="1"/>
          </p:nvPr>
        </p:nvSpPr>
        <p:spPr>
          <a:xfrm>
            <a:off x="5549490" y="2706369"/>
            <a:ext cx="5943600" cy="3383279"/>
          </a:xfrm>
        </p:spPr>
        <p:txBody>
          <a:bodyPr>
            <a:normAutofit/>
          </a:bodyPr>
          <a:lstStyle>
            <a:lvl1pPr marL="283464" indent="-283464">
              <a:spcBef>
                <a:spcPts val="1000"/>
              </a:spcBef>
              <a:buFont typeface="Arial" panose="020B0604020202020204" pitchFamily="34" charset="0"/>
              <a:buChar char="•"/>
              <a:defRPr sz="2000">
                <a:solidFill>
                  <a:schemeClr val="tx1"/>
                </a:solidFill>
                <a:latin typeface="+mn-lt"/>
              </a:defRPr>
            </a:lvl1pPr>
            <a:lvl2pPr marL="566928" indent="-283464">
              <a:spcBef>
                <a:spcPts val="1000"/>
              </a:spcBef>
              <a:buFont typeface="Arial" panose="020B0604020202020204" pitchFamily="34" charset="0"/>
              <a:buChar char="•"/>
              <a:defRPr sz="2000">
                <a:solidFill>
                  <a:schemeClr val="tx1"/>
                </a:solidFill>
                <a:latin typeface="+mn-lt"/>
              </a:defRPr>
            </a:lvl2pPr>
            <a:lvl3pPr marL="850392" indent="-283464">
              <a:spcBef>
                <a:spcPts val="1000"/>
              </a:spcBef>
              <a:buFont typeface="Arial" panose="020B0604020202020204" pitchFamily="34" charset="0"/>
              <a:buChar char="•"/>
              <a:defRPr sz="2000">
                <a:solidFill>
                  <a:schemeClr val="tx1"/>
                </a:solidFill>
                <a:latin typeface="+mn-lt"/>
              </a:defRPr>
            </a:lvl3pPr>
            <a:lvl4pPr marL="1133856" indent="-283464">
              <a:spcBef>
                <a:spcPts val="1000"/>
              </a:spcBef>
              <a:buFont typeface="Arial" panose="020B0604020202020204" pitchFamily="34" charset="0"/>
              <a:buChar char="•"/>
              <a:defRPr sz="2000">
                <a:solidFill>
                  <a:schemeClr val="tx1"/>
                </a:solidFill>
                <a:latin typeface="+mn-lt"/>
              </a:defRPr>
            </a:lvl4pPr>
            <a:lvl5pPr marL="1463040" indent="-283464">
              <a:spcBef>
                <a:spcPts val="1000"/>
              </a:spcBef>
              <a:buFont typeface="Arial" panose="020B0604020202020204" pitchFamily="34" charset="0"/>
              <a:buChar char="•"/>
              <a:defRPr sz="2000">
                <a:solidFill>
                  <a:schemeClr val="tx1"/>
                </a:solidFill>
                <a:latin typeface="+mn-lt"/>
              </a:defRPr>
            </a:lvl5pPr>
          </a:lstStyle>
          <a:p>
            <a:pPr lvl="0"/>
            <a:r>
              <a:rPr lang="en-US"/>
              <a:t>Click to add text</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52565617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obj" preserve="1">
  <p:cSld name="Chart ">
    <p:spTree>
      <p:nvGrpSpPr>
        <p:cNvPr id="1" name=""/>
        <p:cNvGrpSpPr/>
        <p:nvPr/>
      </p:nvGrpSpPr>
      <p:grpSpPr>
        <a:xfrm>
          <a:off x="0" y="0"/>
          <a:ext cx="0" cy="0"/>
          <a:chOff x="0" y="0"/>
          <a:chExt cx="0" cy="0"/>
        </a:xfrm>
      </p:grpSpPr>
      <p:grpSp>
        <p:nvGrpSpPr>
          <p:cNvPr id="9" name="Group 8">
            <a:extLst>
              <a:ext uri="{FF2B5EF4-FFF2-40B4-BE49-F238E27FC236}">
                <a16:creationId xmlns:a16="http://schemas.microsoft.com/office/drawing/2014/main" id="{ABA2A58C-57B7-834C-8F5C-3299322411B1}"/>
              </a:ext>
              <a:ext uri="{C183D7F6-B498-43B3-948B-1728B52AA6E4}">
                <adec:decorative xmlns:adec="http://schemas.microsoft.com/office/drawing/2017/decorative" val="1"/>
              </a:ext>
            </a:extLst>
          </p:cNvPr>
          <p:cNvGrpSpPr/>
          <p:nvPr userDrawn="1"/>
        </p:nvGrpSpPr>
        <p:grpSpPr>
          <a:xfrm rot="16200000">
            <a:off x="10772262" y="152641"/>
            <a:ext cx="1572380" cy="1267097"/>
            <a:chOff x="7413403" y="4976359"/>
            <a:chExt cx="2334986" cy="1881641"/>
          </a:xfrm>
        </p:grpSpPr>
        <p:sp>
          <p:nvSpPr>
            <p:cNvPr id="13" name="Freeform 12">
              <a:extLst>
                <a:ext uri="{FF2B5EF4-FFF2-40B4-BE49-F238E27FC236}">
                  <a16:creationId xmlns:a16="http://schemas.microsoft.com/office/drawing/2014/main" id="{801D8067-144A-FE48-AF1E-529B662DCAD3}"/>
                </a:ext>
              </a:extLst>
            </p:cNvPr>
            <p:cNvSpPr/>
            <p:nvPr userDrawn="1"/>
          </p:nvSpPr>
          <p:spPr>
            <a:xfrm rot="5400000" flipH="1" flipV="1">
              <a:off x="8223822" y="5333433"/>
              <a:ext cx="1881641" cy="1167493"/>
            </a:xfrm>
            <a:custGeom>
              <a:avLst/>
              <a:gdLst>
                <a:gd name="connsiteX0" fmla="*/ 1881641 w 1881641"/>
                <a:gd name="connsiteY0" fmla="*/ 1167473 h 1167493"/>
                <a:gd name="connsiteX1" fmla="*/ 1881641 w 1881641"/>
                <a:gd name="connsiteY1" fmla="*/ 1167493 h 1167493"/>
                <a:gd name="connsiteX2" fmla="*/ 1167493 w 1881641"/>
                <a:gd name="connsiteY2" fmla="*/ 1167493 h 1167493"/>
                <a:gd name="connsiteX3" fmla="*/ 0 w 1881641"/>
                <a:gd name="connsiteY3" fmla="*/ 0 h 1167493"/>
                <a:gd name="connsiteX4" fmla="*/ 714149 w 1881641"/>
                <a:gd name="connsiteY4" fmla="*/ 0 h 1167493"/>
                <a:gd name="connsiteX5" fmla="*/ 1875614 w 1881641"/>
                <a:gd name="connsiteY5" fmla="*/ 1048124 h 1167493"/>
                <a:gd name="connsiteX6" fmla="*/ 1881641 w 1881641"/>
                <a:gd name="connsiteY6" fmla="*/ 1167473 h 11674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881641" h="1167493">
                  <a:moveTo>
                    <a:pt x="1881641" y="1167473"/>
                  </a:moveTo>
                  <a:lnTo>
                    <a:pt x="1881641" y="1167493"/>
                  </a:lnTo>
                  <a:lnTo>
                    <a:pt x="1167493" y="1167493"/>
                  </a:lnTo>
                  <a:cubicBezTo>
                    <a:pt x="522704" y="1167493"/>
                    <a:pt x="0" y="644789"/>
                    <a:pt x="0" y="0"/>
                  </a:cubicBezTo>
                  <a:lnTo>
                    <a:pt x="714149" y="0"/>
                  </a:lnTo>
                  <a:cubicBezTo>
                    <a:pt x="1318639" y="0"/>
                    <a:pt x="1815827" y="459408"/>
                    <a:pt x="1875614" y="1048124"/>
                  </a:cubicBezTo>
                  <a:lnTo>
                    <a:pt x="1881641" y="1167473"/>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4" name="Freeform 13">
              <a:extLst>
                <a:ext uri="{FF2B5EF4-FFF2-40B4-BE49-F238E27FC236}">
                  <a16:creationId xmlns:a16="http://schemas.microsoft.com/office/drawing/2014/main" id="{2ECA7D87-C78C-C140-AA28-C0FB20209045}"/>
                </a:ext>
              </a:extLst>
            </p:cNvPr>
            <p:cNvSpPr/>
            <p:nvPr userDrawn="1"/>
          </p:nvSpPr>
          <p:spPr>
            <a:xfrm rot="16200000" flipV="1">
              <a:off x="7056329" y="5333433"/>
              <a:ext cx="1881641" cy="1167493"/>
            </a:xfrm>
            <a:custGeom>
              <a:avLst/>
              <a:gdLst>
                <a:gd name="connsiteX0" fmla="*/ 1881641 w 1881641"/>
                <a:gd name="connsiteY0" fmla="*/ 1167473 h 1167493"/>
                <a:gd name="connsiteX1" fmla="*/ 1881641 w 1881641"/>
                <a:gd name="connsiteY1" fmla="*/ 1167493 h 1167493"/>
                <a:gd name="connsiteX2" fmla="*/ 1167493 w 1881641"/>
                <a:gd name="connsiteY2" fmla="*/ 1167493 h 1167493"/>
                <a:gd name="connsiteX3" fmla="*/ 0 w 1881641"/>
                <a:gd name="connsiteY3" fmla="*/ 0 h 1167493"/>
                <a:gd name="connsiteX4" fmla="*/ 714149 w 1881641"/>
                <a:gd name="connsiteY4" fmla="*/ 0 h 1167493"/>
                <a:gd name="connsiteX5" fmla="*/ 1875614 w 1881641"/>
                <a:gd name="connsiteY5" fmla="*/ 1048124 h 1167493"/>
                <a:gd name="connsiteX6" fmla="*/ 1881641 w 1881641"/>
                <a:gd name="connsiteY6" fmla="*/ 1167473 h 11674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881641" h="1167493">
                  <a:moveTo>
                    <a:pt x="1881641" y="1167473"/>
                  </a:moveTo>
                  <a:lnTo>
                    <a:pt x="1881641" y="1167493"/>
                  </a:lnTo>
                  <a:lnTo>
                    <a:pt x="1167493" y="1167493"/>
                  </a:lnTo>
                  <a:cubicBezTo>
                    <a:pt x="522704" y="1167493"/>
                    <a:pt x="0" y="644789"/>
                    <a:pt x="0" y="0"/>
                  </a:cubicBezTo>
                  <a:lnTo>
                    <a:pt x="714149" y="0"/>
                  </a:lnTo>
                  <a:cubicBezTo>
                    <a:pt x="1318639" y="0"/>
                    <a:pt x="1815827" y="459408"/>
                    <a:pt x="1875614" y="1048124"/>
                  </a:cubicBezTo>
                  <a:lnTo>
                    <a:pt x="1881641" y="1167473"/>
                  </a:lnTo>
                  <a:close/>
                </a:path>
              </a:pathLst>
            </a:cu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grpSp>
      <p:sp>
        <p:nvSpPr>
          <p:cNvPr id="2" name="Title 1">
            <a:extLst>
              <a:ext uri="{FF2B5EF4-FFF2-40B4-BE49-F238E27FC236}">
                <a16:creationId xmlns:a16="http://schemas.microsoft.com/office/drawing/2014/main" id="{3CD97974-B93C-4C96-B3F6-F69E3D6DE6CA}"/>
              </a:ext>
            </a:extLst>
          </p:cNvPr>
          <p:cNvSpPr>
            <a:spLocks noGrp="1"/>
          </p:cNvSpPr>
          <p:nvPr>
            <p:ph type="title" hasCustomPrompt="1"/>
          </p:nvPr>
        </p:nvSpPr>
        <p:spPr>
          <a:xfrm>
            <a:off x="1167492" y="136526"/>
            <a:ext cx="9779183" cy="1570038"/>
          </a:xfrm>
        </p:spPr>
        <p:txBody>
          <a:bodyPr anchor="b">
            <a:noAutofit/>
          </a:bodyPr>
          <a:lstStyle>
            <a:lvl1pPr>
              <a:defRPr sz="4200" b="1">
                <a:latin typeface="+mj-lt"/>
              </a:defRPr>
            </a:lvl1pPr>
          </a:lstStyle>
          <a:p>
            <a:r>
              <a:rPr lang="en-US"/>
              <a:t>Click to add title</a:t>
            </a:r>
          </a:p>
        </p:txBody>
      </p:sp>
      <p:sp>
        <p:nvSpPr>
          <p:cNvPr id="3" name="Content Placeholder 2">
            <a:extLst>
              <a:ext uri="{FF2B5EF4-FFF2-40B4-BE49-F238E27FC236}">
                <a16:creationId xmlns:a16="http://schemas.microsoft.com/office/drawing/2014/main" id="{8A6FC6F2-80B4-49A7-9448-33FE2DF0E967}"/>
              </a:ext>
            </a:extLst>
          </p:cNvPr>
          <p:cNvSpPr>
            <a:spLocks noGrp="1"/>
          </p:cNvSpPr>
          <p:nvPr>
            <p:ph idx="1" hasCustomPrompt="1"/>
          </p:nvPr>
        </p:nvSpPr>
        <p:spPr>
          <a:xfrm>
            <a:off x="1167493" y="2084832"/>
            <a:ext cx="9779182" cy="3366813"/>
          </a:xfrm>
        </p:spPr>
        <p:txBody>
          <a:bodyPr>
            <a:noAutofit/>
          </a:bodyPr>
          <a:lstStyle>
            <a:lvl1pPr marL="0" indent="0">
              <a:buNone/>
              <a:defRPr>
                <a:latin typeface="+mn-lt"/>
              </a:defRPr>
            </a:lvl1pPr>
            <a:lvl2pPr marL="457200" indent="0">
              <a:buNone/>
              <a:defRPr>
                <a:latin typeface="+mn-lt"/>
              </a:defRPr>
            </a:lvl2pPr>
            <a:lvl3pPr marL="914400" indent="0">
              <a:buNone/>
              <a:defRPr>
                <a:latin typeface="+mn-lt"/>
              </a:defRPr>
            </a:lvl3pPr>
            <a:lvl4pPr marL="1371600" indent="0">
              <a:buNone/>
              <a:defRPr>
                <a:latin typeface="+mn-lt"/>
              </a:defRPr>
            </a:lvl4pPr>
            <a:lvl5pPr marL="1828800" indent="0">
              <a:buNone/>
              <a:defRPr>
                <a:latin typeface="+mn-lt"/>
              </a:defRPr>
            </a:lvl5pPr>
          </a:lstStyle>
          <a:p>
            <a:pPr lvl="0"/>
            <a:r>
              <a:rPr lang="en-US"/>
              <a:t>Click to add text</a:t>
            </a:r>
          </a:p>
          <a:p>
            <a:pPr lvl="1"/>
            <a:r>
              <a:rPr lang="en-US"/>
              <a:t>Second level</a:t>
            </a:r>
          </a:p>
          <a:p>
            <a:pPr lvl="2"/>
            <a:r>
              <a:rPr lang="en-US"/>
              <a:t>Third level</a:t>
            </a:r>
          </a:p>
          <a:p>
            <a:pPr lvl="3"/>
            <a:r>
              <a:rPr lang="en-US"/>
              <a:t>Fourth level</a:t>
            </a:r>
          </a:p>
          <a:p>
            <a:pPr lvl="4"/>
            <a:r>
              <a:rPr lang="en-US"/>
              <a:t>Fifth level</a:t>
            </a:r>
          </a:p>
        </p:txBody>
      </p:sp>
      <p:sp>
        <p:nvSpPr>
          <p:cNvPr id="10" name="Date Placeholder 3">
            <a:extLst>
              <a:ext uri="{FF2B5EF4-FFF2-40B4-BE49-F238E27FC236}">
                <a16:creationId xmlns:a16="http://schemas.microsoft.com/office/drawing/2014/main" id="{7536C149-3EFE-A94E-902D-57CED00B2C0F}"/>
              </a:ext>
            </a:extLst>
          </p:cNvPr>
          <p:cNvSpPr>
            <a:spLocks noGrp="1"/>
          </p:cNvSpPr>
          <p:nvPr>
            <p:ph type="dt" sz="half" idx="2"/>
          </p:nvPr>
        </p:nvSpPr>
        <p:spPr>
          <a:xfrm>
            <a:off x="381000" y="6356350"/>
            <a:ext cx="1701018" cy="365125"/>
          </a:xfrm>
          <a:prstGeom prst="rect">
            <a:avLst/>
          </a:prstGeom>
        </p:spPr>
        <p:txBody>
          <a:bodyPr vert="horz" lIns="91440" tIns="45720" rIns="91440" bIns="45720" rtlCol="0" anchor="ctr">
            <a:noAutofit/>
          </a:bodyPr>
          <a:lstStyle>
            <a:lvl1pPr algn="l">
              <a:defRPr sz="1200">
                <a:solidFill>
                  <a:schemeClr val="accent3"/>
                </a:solidFill>
                <a:latin typeface="+mn-lt"/>
              </a:defRPr>
            </a:lvl1pPr>
          </a:lstStyle>
          <a:p>
            <a:r>
              <a:rPr lang="en-US"/>
              <a:t>9/8/20XX</a:t>
            </a:r>
          </a:p>
        </p:txBody>
      </p:sp>
      <p:sp>
        <p:nvSpPr>
          <p:cNvPr id="11" name="Footer Placeholder 4">
            <a:extLst>
              <a:ext uri="{FF2B5EF4-FFF2-40B4-BE49-F238E27FC236}">
                <a16:creationId xmlns:a16="http://schemas.microsoft.com/office/drawing/2014/main" id="{53CA1E78-F17D-F34D-9F81-0DBF44F37894}"/>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noAutofit/>
          </a:bodyPr>
          <a:lstStyle>
            <a:lvl1pPr algn="ctr">
              <a:defRPr sz="1200">
                <a:solidFill>
                  <a:schemeClr val="accent3"/>
                </a:solidFill>
                <a:latin typeface="+mn-lt"/>
              </a:defRPr>
            </a:lvl1pPr>
          </a:lstStyle>
          <a:p>
            <a:endParaRPr lang="en-US"/>
          </a:p>
        </p:txBody>
      </p:sp>
      <p:sp>
        <p:nvSpPr>
          <p:cNvPr id="12" name="Slide Number Placeholder 5">
            <a:extLst>
              <a:ext uri="{FF2B5EF4-FFF2-40B4-BE49-F238E27FC236}">
                <a16:creationId xmlns:a16="http://schemas.microsoft.com/office/drawing/2014/main" id="{1FE54918-A625-F64F-A42E-A427E9B2D489}"/>
              </a:ext>
            </a:extLst>
          </p:cNvPr>
          <p:cNvSpPr>
            <a:spLocks noGrp="1"/>
          </p:cNvSpPr>
          <p:nvPr>
            <p:ph type="sldNum" sz="quarter" idx="4"/>
          </p:nvPr>
        </p:nvSpPr>
        <p:spPr>
          <a:xfrm>
            <a:off x="10153276" y="6356350"/>
            <a:ext cx="1657723" cy="365125"/>
          </a:xfrm>
          <a:prstGeom prst="rect">
            <a:avLst/>
          </a:prstGeom>
        </p:spPr>
        <p:txBody>
          <a:bodyPr vert="horz" lIns="91440" tIns="45720" rIns="91440" bIns="45720" rtlCol="0" anchor="ctr">
            <a:noAutofit/>
          </a:bodyPr>
          <a:lstStyle>
            <a:lvl1pPr algn="r">
              <a:defRPr sz="1200">
                <a:solidFill>
                  <a:schemeClr val="accent3"/>
                </a:solidFill>
                <a:latin typeface="+mn-lt"/>
              </a:defRPr>
            </a:lvl1pPr>
          </a:lstStyle>
          <a:p>
            <a:fld id="{294A09A9-5501-47C1-A89A-A340965A2BE2}" type="slidenum">
              <a:rPr lang="en-US" smtClean="0"/>
              <a:pPr/>
              <a:t>‹#›</a:t>
            </a:fld>
            <a:endParaRPr lang="en-US"/>
          </a:p>
        </p:txBody>
      </p:sp>
    </p:spTree>
    <p:extLst>
      <p:ext uri="{BB962C8B-B14F-4D97-AF65-F5344CB8AC3E}">
        <p14:creationId xmlns:p14="http://schemas.microsoft.com/office/powerpoint/2010/main" val="3190945164"/>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itle" preserve="1">
  <p:cSld name="End Slide">
    <p:spTree>
      <p:nvGrpSpPr>
        <p:cNvPr id="1" name=""/>
        <p:cNvGrpSpPr/>
        <p:nvPr/>
      </p:nvGrpSpPr>
      <p:grpSpPr>
        <a:xfrm>
          <a:off x="0" y="0"/>
          <a:ext cx="0" cy="0"/>
          <a:chOff x="0" y="0"/>
          <a:chExt cx="0" cy="0"/>
        </a:xfrm>
      </p:grpSpPr>
      <p:grpSp>
        <p:nvGrpSpPr>
          <p:cNvPr id="5" name="Group 4">
            <a:extLst>
              <a:ext uri="{FF2B5EF4-FFF2-40B4-BE49-F238E27FC236}">
                <a16:creationId xmlns:a16="http://schemas.microsoft.com/office/drawing/2014/main" id="{78AD52EA-B01E-8D38-D87A-BF7EB5B58A82}"/>
              </a:ext>
              <a:ext uri="{C183D7F6-B498-43B3-948B-1728B52AA6E4}">
                <adec:decorative xmlns:adec="http://schemas.microsoft.com/office/drawing/2017/decorative" val="1"/>
              </a:ext>
            </a:extLst>
          </p:cNvPr>
          <p:cNvGrpSpPr/>
          <p:nvPr userDrawn="1"/>
        </p:nvGrpSpPr>
        <p:grpSpPr>
          <a:xfrm>
            <a:off x="0" y="-1"/>
            <a:ext cx="12192001" cy="6864796"/>
            <a:chOff x="0" y="-1"/>
            <a:chExt cx="12192001" cy="6864796"/>
          </a:xfrm>
        </p:grpSpPr>
        <p:sp>
          <p:nvSpPr>
            <p:cNvPr id="4" name="Rectangle 3">
              <a:extLst>
                <a:ext uri="{FF2B5EF4-FFF2-40B4-BE49-F238E27FC236}">
                  <a16:creationId xmlns:a16="http://schemas.microsoft.com/office/drawing/2014/main" id="{9AC79249-FDC0-364D-A734-AE1DE1605D28}"/>
                </a:ext>
              </a:extLst>
            </p:cNvPr>
            <p:cNvSpPr/>
            <p:nvPr userDrawn="1"/>
          </p:nvSpPr>
          <p:spPr>
            <a:xfrm>
              <a:off x="8264426" y="0"/>
              <a:ext cx="3927574"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6" name="Group 5">
              <a:extLst>
                <a:ext uri="{FF2B5EF4-FFF2-40B4-BE49-F238E27FC236}">
                  <a16:creationId xmlns:a16="http://schemas.microsoft.com/office/drawing/2014/main" id="{F15FBB50-09C8-B64E-AE57-67C5E70810CB}"/>
                </a:ext>
              </a:extLst>
            </p:cNvPr>
            <p:cNvGrpSpPr/>
            <p:nvPr userDrawn="1"/>
          </p:nvGrpSpPr>
          <p:grpSpPr>
            <a:xfrm>
              <a:off x="8264427" y="3685939"/>
              <a:ext cx="3927573" cy="3178856"/>
              <a:chOff x="9857014" y="13834"/>
              <a:chExt cx="2334986" cy="1881641"/>
            </a:xfrm>
          </p:grpSpPr>
          <p:sp>
            <p:nvSpPr>
              <p:cNvPr id="15" name="Freeform 14">
                <a:extLst>
                  <a:ext uri="{FF2B5EF4-FFF2-40B4-BE49-F238E27FC236}">
                    <a16:creationId xmlns:a16="http://schemas.microsoft.com/office/drawing/2014/main" id="{EFBF1E52-11FA-DC48-B7AD-75734232FFE8}"/>
                  </a:ext>
                </a:extLst>
              </p:cNvPr>
              <p:cNvSpPr/>
              <p:nvPr userDrawn="1"/>
            </p:nvSpPr>
            <p:spPr>
              <a:xfrm rot="5400000" flipH="1" flipV="1">
                <a:off x="10667433" y="370908"/>
                <a:ext cx="1881641" cy="1167493"/>
              </a:xfrm>
              <a:custGeom>
                <a:avLst/>
                <a:gdLst>
                  <a:gd name="connsiteX0" fmla="*/ 1881641 w 1881641"/>
                  <a:gd name="connsiteY0" fmla="*/ 1167473 h 1167493"/>
                  <a:gd name="connsiteX1" fmla="*/ 1881641 w 1881641"/>
                  <a:gd name="connsiteY1" fmla="*/ 1167493 h 1167493"/>
                  <a:gd name="connsiteX2" fmla="*/ 1167493 w 1881641"/>
                  <a:gd name="connsiteY2" fmla="*/ 1167493 h 1167493"/>
                  <a:gd name="connsiteX3" fmla="*/ 0 w 1881641"/>
                  <a:gd name="connsiteY3" fmla="*/ 0 h 1167493"/>
                  <a:gd name="connsiteX4" fmla="*/ 714149 w 1881641"/>
                  <a:gd name="connsiteY4" fmla="*/ 0 h 1167493"/>
                  <a:gd name="connsiteX5" fmla="*/ 1875614 w 1881641"/>
                  <a:gd name="connsiteY5" fmla="*/ 1048124 h 1167493"/>
                  <a:gd name="connsiteX6" fmla="*/ 1881641 w 1881641"/>
                  <a:gd name="connsiteY6" fmla="*/ 1167473 h 11674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881641" h="1167493">
                    <a:moveTo>
                      <a:pt x="1881641" y="1167473"/>
                    </a:moveTo>
                    <a:lnTo>
                      <a:pt x="1881641" y="1167493"/>
                    </a:lnTo>
                    <a:lnTo>
                      <a:pt x="1167493" y="1167493"/>
                    </a:lnTo>
                    <a:cubicBezTo>
                      <a:pt x="522704" y="1167493"/>
                      <a:pt x="0" y="644789"/>
                      <a:pt x="0" y="0"/>
                    </a:cubicBezTo>
                    <a:lnTo>
                      <a:pt x="714149" y="0"/>
                    </a:lnTo>
                    <a:cubicBezTo>
                      <a:pt x="1318639" y="0"/>
                      <a:pt x="1815827" y="459408"/>
                      <a:pt x="1875614" y="1048124"/>
                    </a:cubicBezTo>
                    <a:lnTo>
                      <a:pt x="1881641" y="1167473"/>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6" name="Freeform 15">
                <a:extLst>
                  <a:ext uri="{FF2B5EF4-FFF2-40B4-BE49-F238E27FC236}">
                    <a16:creationId xmlns:a16="http://schemas.microsoft.com/office/drawing/2014/main" id="{4850B620-49F5-3748-84AF-682555D52792}"/>
                  </a:ext>
                </a:extLst>
              </p:cNvPr>
              <p:cNvSpPr/>
              <p:nvPr userDrawn="1"/>
            </p:nvSpPr>
            <p:spPr>
              <a:xfrm rot="16200000" flipV="1">
                <a:off x="9499940" y="370908"/>
                <a:ext cx="1881641" cy="1167493"/>
              </a:xfrm>
              <a:custGeom>
                <a:avLst/>
                <a:gdLst>
                  <a:gd name="connsiteX0" fmla="*/ 1881641 w 1881641"/>
                  <a:gd name="connsiteY0" fmla="*/ 1167473 h 1167493"/>
                  <a:gd name="connsiteX1" fmla="*/ 1881641 w 1881641"/>
                  <a:gd name="connsiteY1" fmla="*/ 1167493 h 1167493"/>
                  <a:gd name="connsiteX2" fmla="*/ 1167493 w 1881641"/>
                  <a:gd name="connsiteY2" fmla="*/ 1167493 h 1167493"/>
                  <a:gd name="connsiteX3" fmla="*/ 0 w 1881641"/>
                  <a:gd name="connsiteY3" fmla="*/ 0 h 1167493"/>
                  <a:gd name="connsiteX4" fmla="*/ 714149 w 1881641"/>
                  <a:gd name="connsiteY4" fmla="*/ 0 h 1167493"/>
                  <a:gd name="connsiteX5" fmla="*/ 1875614 w 1881641"/>
                  <a:gd name="connsiteY5" fmla="*/ 1048124 h 1167493"/>
                  <a:gd name="connsiteX6" fmla="*/ 1881641 w 1881641"/>
                  <a:gd name="connsiteY6" fmla="*/ 1167473 h 11674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881641" h="1167493">
                    <a:moveTo>
                      <a:pt x="1881641" y="1167473"/>
                    </a:moveTo>
                    <a:lnTo>
                      <a:pt x="1881641" y="1167493"/>
                    </a:lnTo>
                    <a:lnTo>
                      <a:pt x="1167493" y="1167493"/>
                    </a:lnTo>
                    <a:cubicBezTo>
                      <a:pt x="522704" y="1167493"/>
                      <a:pt x="0" y="644789"/>
                      <a:pt x="0" y="0"/>
                    </a:cubicBezTo>
                    <a:lnTo>
                      <a:pt x="714149" y="0"/>
                    </a:lnTo>
                    <a:cubicBezTo>
                      <a:pt x="1318639" y="0"/>
                      <a:pt x="1815827" y="459408"/>
                      <a:pt x="1875614" y="1048124"/>
                    </a:cubicBezTo>
                    <a:lnTo>
                      <a:pt x="1881641" y="1167473"/>
                    </a:lnTo>
                    <a:close/>
                  </a:path>
                </a:pathLst>
              </a:cu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grpSp>
        <p:sp>
          <p:nvSpPr>
            <p:cNvPr id="22" name="Freeform 21">
              <a:extLst>
                <a:ext uri="{FF2B5EF4-FFF2-40B4-BE49-F238E27FC236}">
                  <a16:creationId xmlns:a16="http://schemas.microsoft.com/office/drawing/2014/main" id="{BC68F289-2744-2F48-893A-3F17911625C8}"/>
                </a:ext>
              </a:extLst>
            </p:cNvPr>
            <p:cNvSpPr/>
            <p:nvPr userDrawn="1"/>
          </p:nvSpPr>
          <p:spPr>
            <a:xfrm>
              <a:off x="0" y="-1"/>
              <a:ext cx="1167493" cy="1167493"/>
            </a:xfrm>
            <a:custGeom>
              <a:avLst/>
              <a:gdLst>
                <a:gd name="connsiteX0" fmla="*/ 0 w 862693"/>
                <a:gd name="connsiteY0" fmla="*/ 0 h 862693"/>
                <a:gd name="connsiteX1" fmla="*/ 862693 w 862693"/>
                <a:gd name="connsiteY1" fmla="*/ 0 h 862693"/>
                <a:gd name="connsiteX2" fmla="*/ 0 w 862693"/>
                <a:gd name="connsiteY2" fmla="*/ 862693 h 862693"/>
                <a:gd name="connsiteX3" fmla="*/ 0 w 862693"/>
                <a:gd name="connsiteY3" fmla="*/ 0 h 862693"/>
              </a:gdLst>
              <a:ahLst/>
              <a:cxnLst>
                <a:cxn ang="0">
                  <a:pos x="connsiteX0" y="connsiteY0"/>
                </a:cxn>
                <a:cxn ang="0">
                  <a:pos x="connsiteX1" y="connsiteY1"/>
                </a:cxn>
                <a:cxn ang="0">
                  <a:pos x="connsiteX2" y="connsiteY2"/>
                </a:cxn>
                <a:cxn ang="0">
                  <a:pos x="connsiteX3" y="connsiteY3"/>
                </a:cxn>
              </a:cxnLst>
              <a:rect l="l" t="t" r="r" b="b"/>
              <a:pathLst>
                <a:path w="862693" h="862693">
                  <a:moveTo>
                    <a:pt x="0" y="0"/>
                  </a:moveTo>
                  <a:lnTo>
                    <a:pt x="862693" y="0"/>
                  </a:lnTo>
                  <a:cubicBezTo>
                    <a:pt x="862693" y="476453"/>
                    <a:pt x="476452" y="862693"/>
                    <a:pt x="0" y="862693"/>
                  </a:cubicBezTo>
                  <a:lnTo>
                    <a:pt x="0" y="0"/>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7" name="Freeform 16">
              <a:extLst>
                <a:ext uri="{FF2B5EF4-FFF2-40B4-BE49-F238E27FC236}">
                  <a16:creationId xmlns:a16="http://schemas.microsoft.com/office/drawing/2014/main" id="{39563C76-BC00-DE47-88F5-C24D3CE3325A}"/>
                </a:ext>
              </a:extLst>
            </p:cNvPr>
            <p:cNvSpPr/>
            <p:nvPr userDrawn="1"/>
          </p:nvSpPr>
          <p:spPr>
            <a:xfrm>
              <a:off x="10228214" y="-1"/>
              <a:ext cx="1963787" cy="3178856"/>
            </a:xfrm>
            <a:custGeom>
              <a:avLst/>
              <a:gdLst>
                <a:gd name="connsiteX0" fmla="*/ 0 w 1963787"/>
                <a:gd name="connsiteY0" fmla="*/ 0 h 3178856"/>
                <a:gd name="connsiteX1" fmla="*/ 1963787 w 1963787"/>
                <a:gd name="connsiteY1" fmla="*/ 0 h 3178856"/>
                <a:gd name="connsiteX2" fmla="*/ 1963787 w 1963787"/>
                <a:gd name="connsiteY2" fmla="*/ 1967129 h 3178856"/>
                <a:gd name="connsiteX3" fmla="*/ 1963787 w 1963787"/>
                <a:gd name="connsiteY3" fmla="*/ 2349671 h 3178856"/>
                <a:gd name="connsiteX4" fmla="*/ 1963787 w 1963787"/>
                <a:gd name="connsiteY4" fmla="*/ 3178856 h 3178856"/>
                <a:gd name="connsiteX5" fmla="*/ 1963753 w 1963787"/>
                <a:gd name="connsiteY5" fmla="*/ 3178856 h 3178856"/>
                <a:gd name="connsiteX6" fmla="*/ 1763002 w 1963787"/>
                <a:gd name="connsiteY6" fmla="*/ 3168629 h 3178856"/>
                <a:gd name="connsiteX7" fmla="*/ 0 w 1963787"/>
                <a:gd name="connsiteY7" fmla="*/ 1197921 h 3178856"/>
                <a:gd name="connsiteX8" fmla="*/ 0 w 1963787"/>
                <a:gd name="connsiteY8" fmla="*/ 1039961 h 3178856"/>
                <a:gd name="connsiteX9" fmla="*/ 0 w 1963787"/>
                <a:gd name="connsiteY9" fmla="*/ 0 h 31788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963787" h="3178856">
                  <a:moveTo>
                    <a:pt x="0" y="0"/>
                  </a:moveTo>
                  <a:lnTo>
                    <a:pt x="1963787" y="0"/>
                  </a:lnTo>
                  <a:lnTo>
                    <a:pt x="1963787" y="1967129"/>
                  </a:lnTo>
                  <a:lnTo>
                    <a:pt x="1963787" y="2349671"/>
                  </a:lnTo>
                  <a:lnTo>
                    <a:pt x="1963787" y="3178856"/>
                  </a:lnTo>
                  <a:lnTo>
                    <a:pt x="1963753" y="3178856"/>
                  </a:lnTo>
                  <a:lnTo>
                    <a:pt x="1763002" y="3168629"/>
                  </a:lnTo>
                  <a:cubicBezTo>
                    <a:pt x="772749" y="3067186"/>
                    <a:pt x="0" y="2223585"/>
                    <a:pt x="0" y="1197921"/>
                  </a:cubicBezTo>
                  <a:lnTo>
                    <a:pt x="0" y="1039961"/>
                  </a:lnTo>
                  <a:lnTo>
                    <a:pt x="0" y="0"/>
                  </a:ln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grpSp>
      <p:sp>
        <p:nvSpPr>
          <p:cNvPr id="2" name="Title 1">
            <a:extLst>
              <a:ext uri="{FF2B5EF4-FFF2-40B4-BE49-F238E27FC236}">
                <a16:creationId xmlns:a16="http://schemas.microsoft.com/office/drawing/2014/main" id="{494248F2-5264-4601-AA0B-6C092F77F2DD}"/>
              </a:ext>
            </a:extLst>
          </p:cNvPr>
          <p:cNvSpPr>
            <a:spLocks noGrp="1"/>
          </p:cNvSpPr>
          <p:nvPr>
            <p:ph type="ctrTitle" hasCustomPrompt="1"/>
          </p:nvPr>
        </p:nvSpPr>
        <p:spPr>
          <a:xfrm>
            <a:off x="1167494" y="252549"/>
            <a:ext cx="6220278" cy="3262811"/>
          </a:xfrm>
        </p:spPr>
        <p:txBody>
          <a:bodyPr anchor="b">
            <a:noAutofit/>
          </a:bodyPr>
          <a:lstStyle>
            <a:lvl1pPr algn="l">
              <a:defRPr sz="6000" b="1">
                <a:latin typeface="+mj-lt"/>
              </a:defRPr>
            </a:lvl1pPr>
          </a:lstStyle>
          <a:p>
            <a:r>
              <a:rPr lang="en-US"/>
              <a:t>Click to add title</a:t>
            </a:r>
          </a:p>
        </p:txBody>
      </p:sp>
      <p:sp>
        <p:nvSpPr>
          <p:cNvPr id="3" name="Subtitle 2">
            <a:extLst>
              <a:ext uri="{FF2B5EF4-FFF2-40B4-BE49-F238E27FC236}">
                <a16:creationId xmlns:a16="http://schemas.microsoft.com/office/drawing/2014/main" id="{DCFB69D3-5632-4285-A209-9DCA67DA668C}"/>
              </a:ext>
            </a:extLst>
          </p:cNvPr>
          <p:cNvSpPr>
            <a:spLocks noGrp="1"/>
          </p:cNvSpPr>
          <p:nvPr>
            <p:ph type="subTitle" idx="1" hasCustomPrompt="1"/>
          </p:nvPr>
        </p:nvSpPr>
        <p:spPr>
          <a:xfrm>
            <a:off x="1167493" y="3685939"/>
            <a:ext cx="6220277" cy="2919512"/>
          </a:xfrm>
        </p:spPr>
        <p:txBody>
          <a:bodyPr anchor="t" anchorCtr="0">
            <a:normAutofit/>
          </a:bodyPr>
          <a:lstStyle>
            <a:lvl1pPr marL="0" indent="0" algn="l">
              <a:buNone/>
              <a:defRPr sz="2800">
                <a:latin typeface="+mn-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a:t>Click to add text</a:t>
            </a:r>
          </a:p>
        </p:txBody>
      </p:sp>
    </p:spTree>
    <p:extLst>
      <p:ext uri="{BB962C8B-B14F-4D97-AF65-F5344CB8AC3E}">
        <p14:creationId xmlns:p14="http://schemas.microsoft.com/office/powerpoint/2010/main" val="254470690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2"/>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9198F9AA-2C87-421D-97C1-B4248DFDC2C2}"/>
              </a:ext>
            </a:extLst>
          </p:cNvPr>
          <p:cNvSpPr>
            <a:spLocks noGrp="1"/>
          </p:cNvSpPr>
          <p:nvPr>
            <p:ph type="title"/>
          </p:nvPr>
        </p:nvSpPr>
        <p:spPr>
          <a:xfrm>
            <a:off x="381000" y="381000"/>
            <a:ext cx="11430000" cy="1325563"/>
          </a:xfrm>
          <a:prstGeom prst="rect">
            <a:avLst/>
          </a:prstGeom>
        </p:spPr>
        <p:txBody>
          <a:bodyPr vert="horz" lIns="91440" tIns="45720" rIns="91440" bIns="45720" rtlCol="0" anchor="ctr">
            <a:noAutofit/>
          </a:bodyPr>
          <a:lstStyle/>
          <a:p>
            <a:r>
              <a:rPr lang="en-US"/>
              <a:t>Click to edit Master title style</a:t>
            </a:r>
          </a:p>
        </p:txBody>
      </p:sp>
      <p:sp>
        <p:nvSpPr>
          <p:cNvPr id="3" name="Text Placeholder 2">
            <a:extLst>
              <a:ext uri="{FF2B5EF4-FFF2-40B4-BE49-F238E27FC236}">
                <a16:creationId xmlns:a16="http://schemas.microsoft.com/office/drawing/2014/main" id="{AE98FC63-C8D2-4CE6-A3F1-EE8ED24590C4}"/>
              </a:ext>
            </a:extLst>
          </p:cNvPr>
          <p:cNvSpPr>
            <a:spLocks noGrp="1"/>
          </p:cNvSpPr>
          <p:nvPr>
            <p:ph type="body" idx="1"/>
          </p:nvPr>
        </p:nvSpPr>
        <p:spPr>
          <a:xfrm>
            <a:off x="381000" y="1825625"/>
            <a:ext cx="11430000" cy="4351338"/>
          </a:xfrm>
          <a:prstGeom prst="rect">
            <a:avLst/>
          </a:prstGeom>
        </p:spPr>
        <p:txBody>
          <a:bodyPr vert="horz" lIns="91440" tIns="45720" rIns="91440" bIns="45720" rtlCol="0">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ED77A09-15C2-4E47-948E-AACAFCA47D40}"/>
              </a:ext>
            </a:extLst>
          </p:cNvPr>
          <p:cNvSpPr>
            <a:spLocks noGrp="1"/>
          </p:cNvSpPr>
          <p:nvPr>
            <p:ph type="dt" sz="half" idx="2"/>
          </p:nvPr>
        </p:nvSpPr>
        <p:spPr>
          <a:xfrm>
            <a:off x="381000" y="6356350"/>
            <a:ext cx="2743200" cy="365125"/>
          </a:xfrm>
          <a:prstGeom prst="rect">
            <a:avLst/>
          </a:prstGeom>
        </p:spPr>
        <p:txBody>
          <a:bodyPr vert="horz" lIns="91440" tIns="45720" rIns="91440" bIns="45720" rtlCol="0" anchor="ctr">
            <a:noAutofit/>
          </a:bodyPr>
          <a:lstStyle>
            <a:lvl1pPr algn="l">
              <a:defRPr sz="1200">
                <a:solidFill>
                  <a:schemeClr val="tx2"/>
                </a:solidFill>
                <a:latin typeface="+mn-lt"/>
              </a:defRPr>
            </a:lvl1pPr>
          </a:lstStyle>
          <a:p>
            <a:r>
              <a:rPr lang="en-US"/>
              <a:t>9/8/20XX</a:t>
            </a:r>
          </a:p>
        </p:txBody>
      </p:sp>
      <p:sp>
        <p:nvSpPr>
          <p:cNvPr id="5" name="Footer Placeholder 4">
            <a:extLst>
              <a:ext uri="{FF2B5EF4-FFF2-40B4-BE49-F238E27FC236}">
                <a16:creationId xmlns:a16="http://schemas.microsoft.com/office/drawing/2014/main" id="{60567522-C3B6-46EB-A361-BEC2510B00CA}"/>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noAutofit/>
          </a:bodyPr>
          <a:lstStyle>
            <a:lvl1pPr algn="ctr">
              <a:defRPr sz="1200">
                <a:solidFill>
                  <a:schemeClr val="tx2"/>
                </a:solidFill>
                <a:latin typeface="+mn-lt"/>
              </a:defRPr>
            </a:lvl1pPr>
          </a:lstStyle>
          <a:p>
            <a:endParaRPr lang="en-US"/>
          </a:p>
        </p:txBody>
      </p:sp>
      <p:sp>
        <p:nvSpPr>
          <p:cNvPr id="6" name="Slide Number Placeholder 5">
            <a:extLst>
              <a:ext uri="{FF2B5EF4-FFF2-40B4-BE49-F238E27FC236}">
                <a16:creationId xmlns:a16="http://schemas.microsoft.com/office/drawing/2014/main" id="{CDC57CF0-034F-450D-937C-718D5AF1A059}"/>
              </a:ext>
            </a:extLst>
          </p:cNvPr>
          <p:cNvSpPr>
            <a:spLocks noGrp="1"/>
          </p:cNvSpPr>
          <p:nvPr>
            <p:ph type="sldNum" sz="quarter" idx="4"/>
          </p:nvPr>
        </p:nvSpPr>
        <p:spPr>
          <a:xfrm>
            <a:off x="9067800" y="6356350"/>
            <a:ext cx="2743200" cy="365125"/>
          </a:xfrm>
          <a:prstGeom prst="rect">
            <a:avLst/>
          </a:prstGeom>
        </p:spPr>
        <p:txBody>
          <a:bodyPr vert="horz" lIns="91440" tIns="45720" rIns="91440" bIns="45720" rtlCol="0" anchor="ctr">
            <a:noAutofit/>
          </a:bodyPr>
          <a:lstStyle>
            <a:lvl1pPr algn="r">
              <a:defRPr sz="1200">
                <a:solidFill>
                  <a:schemeClr val="tx2"/>
                </a:solidFill>
                <a:latin typeface="+mn-lt"/>
              </a:defRPr>
            </a:lvl1pPr>
          </a:lstStyle>
          <a:p>
            <a:fld id="{294A09A9-5501-47C1-A89A-A340965A2BE2}" type="slidenum">
              <a:rPr lang="en-US" smtClean="0"/>
              <a:pPr/>
              <a:t>‹#›</a:t>
            </a:fld>
            <a:endParaRPr lang="en-US"/>
          </a:p>
        </p:txBody>
      </p:sp>
    </p:spTree>
    <p:extLst>
      <p:ext uri="{BB962C8B-B14F-4D97-AF65-F5344CB8AC3E}">
        <p14:creationId xmlns:p14="http://schemas.microsoft.com/office/powerpoint/2010/main" val="178835397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73" r:id="rId3"/>
    <p:sldLayoutId id="2147483674" r:id="rId4"/>
    <p:sldLayoutId id="2147483671" r:id="rId5"/>
    <p:sldLayoutId id="2147483659" r:id="rId6"/>
    <p:sldLayoutId id="2147483668" r:id="rId7"/>
    <p:sldLayoutId id="2147483669" r:id="rId8"/>
    <p:sldLayoutId id="2147483675" r:id="rId9"/>
    <p:sldLayoutId id="2147483677" r:id="rId10"/>
    <p:sldLayoutId id="2147483676" r:id="rId11"/>
    <p:sldLayoutId id="2147483661" r:id="rId12"/>
    <p:sldLayoutId id="2147483666" r:id="rId13"/>
  </p:sldLayoutIdLst>
  <p:hf sldNum="0" hdr="0" ftr="0" dt="0"/>
  <p:txStyles>
    <p:titleStyle>
      <a:lvl1pPr algn="l" defTabSz="914400" rtl="0" eaLnBrk="1" latinLnBrk="0" hangingPunct="1">
        <a:lnSpc>
          <a:spcPct val="8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userDrawn="1">
          <p15:clr>
            <a:srgbClr val="A4A3A4"/>
          </p15:clr>
        </p15:guide>
        <p15:guide id="2" pos="3840" userDrawn="1">
          <p15:clr>
            <a:srgbClr val="A4A3A4"/>
          </p15:clr>
        </p15:guide>
        <p15:guide id="3" pos="240" userDrawn="1">
          <p15:clr>
            <a:srgbClr val="547EBF"/>
          </p15:clr>
        </p15:guide>
        <p15:guide id="4" orient="horz" pos="240" userDrawn="1">
          <p15:clr>
            <a:srgbClr val="547EBF"/>
          </p15:clr>
        </p15:guide>
        <p15:guide id="5" pos="7440" userDrawn="1">
          <p15:clr>
            <a:srgbClr val="547EBF"/>
          </p15:clr>
        </p15:guide>
        <p15:guide id="6" orient="horz" pos="4080" userDrawn="1">
          <p15:clr>
            <a:srgbClr val="547EBF"/>
          </p15:clr>
        </p15:guide>
        <p15:guide id="7" pos="3960" userDrawn="1">
          <p15:clr>
            <a:srgbClr val="547EBF"/>
          </p15:clr>
        </p15:guide>
        <p15:guide id="8" pos="3720" userDrawn="1">
          <p15:clr>
            <a:srgbClr val="547EBF"/>
          </p15:clr>
        </p15:guide>
        <p15:guide id="9" pos="2112" userDrawn="1">
          <p15:clr>
            <a:srgbClr val="547EBF"/>
          </p15:clr>
        </p15:guide>
        <p15:guide id="10" pos="1848" userDrawn="1">
          <p15:clr>
            <a:srgbClr val="547EBF"/>
          </p15:clr>
        </p15:guide>
        <p15:guide id="11" pos="5568" userDrawn="1">
          <p15:clr>
            <a:srgbClr val="547EBF"/>
          </p15:clr>
        </p15:guide>
        <p15:guide id="12" pos="5832" userDrawn="1">
          <p15:clr>
            <a:srgbClr val="547EBF"/>
          </p15:clr>
        </p15:guide>
        <p15:guide id="13" pos="4968" userDrawn="1">
          <p15:clr>
            <a:srgbClr val="9FCC3B"/>
          </p15:clr>
        </p15:guide>
        <p15:guide id="14" pos="5208" userDrawn="1">
          <p15:clr>
            <a:srgbClr val="9FCC3B"/>
          </p15:clr>
        </p15:guide>
        <p15:guide id="15" pos="2712" userDrawn="1">
          <p15:clr>
            <a:srgbClr val="9FCC3B"/>
          </p15:clr>
        </p15:guide>
        <p15:guide id="16" pos="2472" userDrawn="1">
          <p15:clr>
            <a:srgbClr val="9FCC3B"/>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2.xml"/></Relationships>
</file>

<file path=ppt/slides/_rels/slide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12.xml"/></Relationships>
</file>

<file path=ppt/slides/_rels/slide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12.xml"/><Relationship Id="rId4" Type="http://schemas.openxmlformats.org/officeDocument/2006/relationships/image" Target="../media/image8.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2.xml"/><Relationship Id="rId1" Type="http://schemas.openxmlformats.org/officeDocument/2006/relationships/slideLayout" Target="../slideLayouts/slideLayout12.xml"/><Relationship Id="rId4" Type="http://schemas.openxmlformats.org/officeDocument/2006/relationships/image" Target="../media/image10.png"/></Relationships>
</file>

<file path=ppt/slides/_rels/slide10.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1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2.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12.xml"/><Relationship Id="rId4" Type="http://schemas.openxmlformats.org/officeDocument/2006/relationships/image" Target="../media/image15.png"/></Relationships>
</file>

<file path=ppt/slides/_rels/slide13.xml.rels><?xml version="1.0" encoding="UTF-8" standalone="yes"?>
<Relationships xmlns="http://schemas.openxmlformats.org/package/2006/relationships"><Relationship Id="rId8" Type="http://schemas.openxmlformats.org/officeDocument/2006/relationships/image" Target="../media/image22.png"/><Relationship Id="rId3" Type="http://schemas.openxmlformats.org/officeDocument/2006/relationships/image" Target="../media/image17.png"/><Relationship Id="rId7" Type="http://schemas.openxmlformats.org/officeDocument/2006/relationships/image" Target="../media/image21.png"/><Relationship Id="rId2" Type="http://schemas.openxmlformats.org/officeDocument/2006/relationships/image" Target="../media/image16.png"/><Relationship Id="rId1" Type="http://schemas.openxmlformats.org/officeDocument/2006/relationships/slideLayout" Target="../slideLayouts/slideLayout12.xml"/><Relationship Id="rId6" Type="http://schemas.openxmlformats.org/officeDocument/2006/relationships/image" Target="../media/image20.png"/><Relationship Id="rId11" Type="http://schemas.openxmlformats.org/officeDocument/2006/relationships/image" Target="../media/image25.png"/><Relationship Id="rId5" Type="http://schemas.openxmlformats.org/officeDocument/2006/relationships/image" Target="../media/image19.png"/><Relationship Id="rId10" Type="http://schemas.openxmlformats.org/officeDocument/2006/relationships/image" Target="../media/image24.png"/><Relationship Id="rId4" Type="http://schemas.openxmlformats.org/officeDocument/2006/relationships/image" Target="../media/image18.png"/><Relationship Id="rId9" Type="http://schemas.openxmlformats.org/officeDocument/2006/relationships/image" Target="../media/image23.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9.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12.xml"/></Relationships>
</file>

<file path=ppt/slides/_rels/slide20.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12.xml"/></Relationships>
</file>

<file path=ppt/slides/_rels/slide21.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1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DF3D98-3C30-4CFC-8643-C81E829C8C25}"/>
              </a:ext>
            </a:extLst>
          </p:cNvPr>
          <p:cNvSpPr>
            <a:spLocks noGrp="1"/>
          </p:cNvSpPr>
          <p:nvPr>
            <p:ph type="ctrTitle"/>
          </p:nvPr>
        </p:nvSpPr>
        <p:spPr>
          <a:xfrm>
            <a:off x="1167493" y="232913"/>
            <a:ext cx="7096933" cy="3830130"/>
          </a:xfrm>
        </p:spPr>
        <p:txBody>
          <a:bodyPr/>
          <a:lstStyle/>
          <a:p>
            <a:r>
              <a:rPr lang="en-GB" b="0"/>
              <a:t>Predictive value of repeated measures for graft and patient failure</a:t>
            </a:r>
          </a:p>
        </p:txBody>
      </p:sp>
      <p:sp>
        <p:nvSpPr>
          <p:cNvPr id="4" name="TextBox 3">
            <a:extLst>
              <a:ext uri="{FF2B5EF4-FFF2-40B4-BE49-F238E27FC236}">
                <a16:creationId xmlns:a16="http://schemas.microsoft.com/office/drawing/2014/main" id="{9DF28CFF-9A04-F394-8224-5C5A80524C81}"/>
              </a:ext>
            </a:extLst>
          </p:cNvPr>
          <p:cNvSpPr txBox="1"/>
          <p:nvPr/>
        </p:nvSpPr>
        <p:spPr>
          <a:xfrm>
            <a:off x="2404196" y="5397850"/>
            <a:ext cx="6096866" cy="646331"/>
          </a:xfrm>
          <a:prstGeom prst="rect">
            <a:avLst/>
          </a:prstGeom>
          <a:noFill/>
        </p:spPr>
        <p:txBody>
          <a:bodyPr wrap="square">
            <a:spAutoFit/>
          </a:bodyPr>
          <a:lstStyle/>
          <a:p>
            <a:r>
              <a:rPr lang="LID4096"/>
              <a:t>Laura Niesse (15942619) </a:t>
            </a:r>
            <a:endParaRPr lang="en-GB"/>
          </a:p>
          <a:p>
            <a:r>
              <a:rPr lang="LID4096"/>
              <a:t>Tyenca de Graf (15688097)</a:t>
            </a:r>
          </a:p>
        </p:txBody>
      </p:sp>
    </p:spTree>
    <p:extLst>
      <p:ext uri="{BB962C8B-B14F-4D97-AF65-F5344CB8AC3E}">
        <p14:creationId xmlns:p14="http://schemas.microsoft.com/office/powerpoint/2010/main" val="225930889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E3AEA6BE-CDA3-67A8-7A94-7C8C6A3AF72B}"/>
              </a:ext>
            </a:extLst>
          </p:cNvPr>
          <p:cNvSpPr>
            <a:spLocks noGrp="1"/>
          </p:cNvSpPr>
          <p:nvPr>
            <p:ph type="title"/>
          </p:nvPr>
        </p:nvSpPr>
        <p:spPr>
          <a:xfrm>
            <a:off x="3369986" y="-395830"/>
            <a:ext cx="9779183" cy="1570038"/>
          </a:xfrm>
        </p:spPr>
        <p:txBody>
          <a:bodyPr/>
          <a:lstStyle/>
          <a:p>
            <a:r>
              <a:rPr lang="nl-NL"/>
              <a:t>Baseline </a:t>
            </a:r>
            <a:r>
              <a:rPr lang="nl-NL" err="1"/>
              <a:t>characteristics</a:t>
            </a:r>
            <a:r>
              <a:rPr lang="nl-NL"/>
              <a:t> 'd'</a:t>
            </a:r>
          </a:p>
        </p:txBody>
      </p:sp>
      <p:pic>
        <p:nvPicPr>
          <p:cNvPr id="4" name="Afbeelding 3" descr="Afbeelding met tekst, schermopname, Lettertype, nummer&#10;&#10;Door AI gegenereerde inhoud is mogelijk onjuist.">
            <a:extLst>
              <a:ext uri="{FF2B5EF4-FFF2-40B4-BE49-F238E27FC236}">
                <a16:creationId xmlns:a16="http://schemas.microsoft.com/office/drawing/2014/main" id="{395AFEC9-A80C-C624-70C3-F444428B5E69}"/>
              </a:ext>
            </a:extLst>
          </p:cNvPr>
          <p:cNvPicPr>
            <a:picLocks noChangeAspect="1"/>
          </p:cNvPicPr>
          <p:nvPr/>
        </p:nvPicPr>
        <p:blipFill>
          <a:blip r:embed="rId2"/>
          <a:stretch>
            <a:fillRect/>
          </a:stretch>
        </p:blipFill>
        <p:spPr>
          <a:xfrm>
            <a:off x="3364805" y="1926921"/>
            <a:ext cx="3875762" cy="4204570"/>
          </a:xfrm>
          <a:prstGeom prst="rect">
            <a:avLst/>
          </a:prstGeom>
        </p:spPr>
      </p:pic>
      <p:sp>
        <p:nvSpPr>
          <p:cNvPr id="3" name="Tekstvak 2">
            <a:extLst>
              <a:ext uri="{FF2B5EF4-FFF2-40B4-BE49-F238E27FC236}">
                <a16:creationId xmlns:a16="http://schemas.microsoft.com/office/drawing/2014/main" id="{89C83E28-188B-D656-A0BE-F62F6F9FB891}"/>
              </a:ext>
            </a:extLst>
          </p:cNvPr>
          <p:cNvSpPr txBox="1"/>
          <p:nvPr/>
        </p:nvSpPr>
        <p:spPr>
          <a:xfrm>
            <a:off x="7576205" y="1712419"/>
            <a:ext cx="4383353" cy="418576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nl-NL" sz="1400" err="1"/>
              <a:t>Table</a:t>
            </a:r>
            <a:r>
              <a:rPr lang="nl-NL" sz="1400"/>
              <a:t> 1a shows </a:t>
            </a:r>
            <a:r>
              <a:rPr lang="nl-NL" sz="1400" err="1"/>
              <a:t>the</a:t>
            </a:r>
            <a:r>
              <a:rPr lang="nl-NL" sz="1400"/>
              <a:t> baseline </a:t>
            </a:r>
            <a:r>
              <a:rPr lang="nl-NL" sz="1400" err="1"/>
              <a:t>characteristics</a:t>
            </a:r>
            <a:r>
              <a:rPr lang="nl-NL" sz="1400"/>
              <a:t> of </a:t>
            </a:r>
            <a:r>
              <a:rPr lang="nl-NL" sz="1400" err="1"/>
              <a:t>the</a:t>
            </a:r>
            <a:r>
              <a:rPr lang="nl-NL" sz="1400"/>
              <a:t> 838 </a:t>
            </a:r>
            <a:r>
              <a:rPr lang="nl-NL" sz="1400" err="1"/>
              <a:t>kidney</a:t>
            </a:r>
            <a:r>
              <a:rPr lang="nl-NL" sz="1400"/>
              <a:t> transplant </a:t>
            </a:r>
            <a:r>
              <a:rPr lang="nl-NL" sz="1400" err="1"/>
              <a:t>recipients</a:t>
            </a:r>
            <a:r>
              <a:rPr lang="nl-NL" sz="1400"/>
              <a:t>. The </a:t>
            </a:r>
            <a:r>
              <a:rPr lang="nl-NL" sz="1400" err="1"/>
              <a:t>mean</a:t>
            </a:r>
            <a:r>
              <a:rPr lang="nl-NL" sz="1400"/>
              <a:t> </a:t>
            </a:r>
            <a:r>
              <a:rPr lang="nl-NL" sz="1400" err="1"/>
              <a:t>age</a:t>
            </a:r>
            <a:r>
              <a:rPr lang="nl-NL" sz="1400"/>
              <a:t> at </a:t>
            </a:r>
            <a:r>
              <a:rPr lang="nl-NL" sz="1400" err="1"/>
              <a:t>transplantation</a:t>
            </a:r>
            <a:r>
              <a:rPr lang="nl-NL" sz="1400"/>
              <a:t> was 45 </a:t>
            </a:r>
            <a:r>
              <a:rPr lang="nl-NL" sz="1400" err="1"/>
              <a:t>years</a:t>
            </a:r>
            <a:r>
              <a:rPr lang="nl-NL" sz="1400"/>
              <a:t> (SD 13) </a:t>
            </a:r>
            <a:r>
              <a:rPr lang="nl-NL" sz="1400" err="1"/>
              <a:t>and</a:t>
            </a:r>
            <a:r>
              <a:rPr lang="nl-NL" sz="1400"/>
              <a:t> </a:t>
            </a:r>
            <a:r>
              <a:rPr lang="nl-NL" sz="1400" err="1"/>
              <a:t>the</a:t>
            </a:r>
            <a:r>
              <a:rPr lang="nl-NL" sz="1400"/>
              <a:t> </a:t>
            </a:r>
            <a:r>
              <a:rPr lang="nl-NL" sz="1400" err="1"/>
              <a:t>mean</a:t>
            </a:r>
            <a:r>
              <a:rPr lang="nl-NL" sz="1400"/>
              <a:t> BMI was 25.7 kg/m^2 (SD 3.9). </a:t>
            </a:r>
            <a:r>
              <a:rPr lang="nl-NL" sz="1400" err="1"/>
              <a:t>Paitents</a:t>
            </a:r>
            <a:r>
              <a:rPr lang="nl-NL" sz="1400"/>
              <a:t> had </a:t>
            </a:r>
            <a:r>
              <a:rPr lang="nl-NL" sz="1400" err="1"/>
              <a:t>undergone</a:t>
            </a:r>
            <a:r>
              <a:rPr lang="nl-NL" sz="1400"/>
              <a:t> </a:t>
            </a:r>
            <a:r>
              <a:rPr lang="nl-NL" sz="1400" err="1"/>
              <a:t>dialysis</a:t>
            </a:r>
            <a:r>
              <a:rPr lang="nl-NL" sz="1400"/>
              <a:t> </a:t>
            </a:r>
            <a:r>
              <a:rPr lang="nl-NL" sz="1400" err="1"/>
              <a:t>for</a:t>
            </a:r>
            <a:r>
              <a:rPr lang="nl-NL" sz="1400"/>
              <a:t> a </a:t>
            </a:r>
            <a:r>
              <a:rPr lang="nl-NL" sz="1400" err="1"/>
              <a:t>median</a:t>
            </a:r>
            <a:r>
              <a:rPr lang="nl-NL" sz="1400"/>
              <a:t> of 38 </a:t>
            </a:r>
            <a:r>
              <a:rPr lang="nl-NL" sz="1400" err="1"/>
              <a:t>months</a:t>
            </a:r>
            <a:r>
              <a:rPr lang="nl-NL" sz="1400"/>
              <a:t> </a:t>
            </a:r>
            <a:r>
              <a:rPr lang="nl-NL" sz="1400" err="1"/>
              <a:t>before</a:t>
            </a:r>
            <a:r>
              <a:rPr lang="nl-NL" sz="1400"/>
              <a:t> </a:t>
            </a:r>
            <a:r>
              <a:rPr lang="nl-NL" sz="1400" err="1"/>
              <a:t>receiving</a:t>
            </a:r>
            <a:r>
              <a:rPr lang="nl-NL" sz="1400"/>
              <a:t> </a:t>
            </a:r>
            <a:r>
              <a:rPr lang="nl-NL" sz="1400" err="1"/>
              <a:t>the</a:t>
            </a:r>
            <a:r>
              <a:rPr lang="nl-NL" sz="1400"/>
              <a:t> transplant.</a:t>
            </a:r>
          </a:p>
          <a:p>
            <a:endParaRPr lang="nl-NL" sz="1400"/>
          </a:p>
          <a:p>
            <a:r>
              <a:rPr lang="nl-NL" sz="1400"/>
              <a:t>Most </a:t>
            </a:r>
            <a:r>
              <a:rPr lang="nl-NL" sz="1400" err="1"/>
              <a:t>recipients</a:t>
            </a:r>
            <a:r>
              <a:rPr lang="nl-NL" sz="1400"/>
              <a:t> </a:t>
            </a:r>
            <a:r>
              <a:rPr lang="nl-NL" sz="1400" err="1"/>
              <a:t>were</a:t>
            </a:r>
            <a:r>
              <a:rPr lang="nl-NL" sz="1400"/>
              <a:t> male (58%) </a:t>
            </a:r>
            <a:r>
              <a:rPr lang="nl-NL" sz="1400" err="1"/>
              <a:t>and</a:t>
            </a:r>
            <a:r>
              <a:rPr lang="nl-NL" sz="1400"/>
              <a:t> </a:t>
            </a:r>
            <a:r>
              <a:rPr lang="nl-NL" sz="1400" err="1"/>
              <a:t>the</a:t>
            </a:r>
            <a:r>
              <a:rPr lang="nl-NL" sz="1400"/>
              <a:t> </a:t>
            </a:r>
            <a:r>
              <a:rPr lang="nl-NL" sz="1400" err="1"/>
              <a:t>majority</a:t>
            </a:r>
            <a:r>
              <a:rPr lang="nl-NL" sz="1400"/>
              <a:t> </a:t>
            </a:r>
            <a:r>
              <a:rPr lang="nl-NL" sz="1400" err="1"/>
              <a:t>received</a:t>
            </a:r>
            <a:r>
              <a:rPr lang="nl-NL" sz="1400"/>
              <a:t> </a:t>
            </a:r>
            <a:r>
              <a:rPr lang="nl-NL" sz="1400" err="1"/>
              <a:t>hemodialysis</a:t>
            </a:r>
            <a:r>
              <a:rPr lang="nl-NL" sz="1400"/>
              <a:t> (53%) prior </a:t>
            </a:r>
            <a:r>
              <a:rPr lang="nl-NL" sz="1400" err="1"/>
              <a:t>to</a:t>
            </a:r>
            <a:r>
              <a:rPr lang="nl-NL" sz="1400"/>
              <a:t> </a:t>
            </a:r>
            <a:r>
              <a:rPr lang="nl-NL" sz="1400" err="1"/>
              <a:t>transplantation</a:t>
            </a:r>
            <a:r>
              <a:rPr lang="nl-NL" sz="1400"/>
              <a:t>. </a:t>
            </a:r>
            <a:r>
              <a:rPr lang="nl-NL" sz="1400" err="1"/>
              <a:t>Peritoneal</a:t>
            </a:r>
            <a:r>
              <a:rPr lang="nl-NL" sz="1400"/>
              <a:t> </a:t>
            </a:r>
            <a:r>
              <a:rPr lang="nl-NL" sz="1400" err="1"/>
              <a:t>dialysis</a:t>
            </a:r>
            <a:r>
              <a:rPr lang="nl-NL" sz="1400"/>
              <a:t> (CAPD) was </a:t>
            </a:r>
            <a:r>
              <a:rPr lang="nl-NL" sz="1400" err="1"/>
              <a:t>used</a:t>
            </a:r>
            <a:r>
              <a:rPr lang="nl-NL" sz="1400"/>
              <a:t> in 35% of </a:t>
            </a:r>
            <a:r>
              <a:rPr lang="nl-NL" sz="1400" err="1"/>
              <a:t>patients</a:t>
            </a:r>
            <a:r>
              <a:rPr lang="nl-NL" sz="1400"/>
              <a:t> </a:t>
            </a:r>
            <a:r>
              <a:rPr lang="nl-NL" sz="1400" err="1"/>
              <a:t>and</a:t>
            </a:r>
            <a:r>
              <a:rPr lang="nl-NL" sz="1400"/>
              <a:t> </a:t>
            </a:r>
            <a:r>
              <a:rPr lang="nl-NL" sz="1400" err="1"/>
              <a:t>an</a:t>
            </a:r>
            <a:r>
              <a:rPr lang="nl-NL" sz="1400"/>
              <a:t> even smaller </a:t>
            </a:r>
            <a:r>
              <a:rPr lang="nl-NL" sz="1400" err="1"/>
              <a:t>proportion</a:t>
            </a:r>
            <a:r>
              <a:rPr lang="nl-NL" sz="1400"/>
              <a:t> </a:t>
            </a:r>
            <a:r>
              <a:rPr lang="nl-NL" sz="1400" err="1"/>
              <a:t>underwent</a:t>
            </a:r>
            <a:r>
              <a:rPr lang="nl-NL" sz="1400"/>
              <a:t> home </a:t>
            </a:r>
            <a:r>
              <a:rPr lang="nl-NL" sz="1400" err="1"/>
              <a:t>hemodialysis</a:t>
            </a:r>
            <a:r>
              <a:rPr lang="nl-NL" sz="1400"/>
              <a:t> (4.7%). </a:t>
            </a:r>
            <a:r>
              <a:rPr lang="nl-NL" sz="1400" err="1"/>
              <a:t>Regarding</a:t>
            </a:r>
            <a:r>
              <a:rPr lang="nl-NL" sz="1400"/>
              <a:t> donor </a:t>
            </a:r>
            <a:r>
              <a:rPr lang="nl-NL" sz="1400" err="1"/>
              <a:t>characteristics</a:t>
            </a:r>
            <a:r>
              <a:rPr lang="nl-NL" sz="1400"/>
              <a:t>, 56% of </a:t>
            </a:r>
            <a:r>
              <a:rPr lang="nl-NL" sz="1400" err="1"/>
              <a:t>kidneys</a:t>
            </a:r>
            <a:r>
              <a:rPr lang="nl-NL" sz="1400"/>
              <a:t> </a:t>
            </a:r>
            <a:r>
              <a:rPr lang="nl-NL" sz="1400" err="1"/>
              <a:t>were</a:t>
            </a:r>
            <a:r>
              <a:rPr lang="nl-NL" sz="1400"/>
              <a:t> </a:t>
            </a:r>
            <a:r>
              <a:rPr lang="nl-NL" sz="1400" err="1"/>
              <a:t>obtained</a:t>
            </a:r>
            <a:r>
              <a:rPr lang="nl-NL" sz="1400"/>
              <a:t> </a:t>
            </a:r>
            <a:r>
              <a:rPr lang="nl-NL" sz="1400" err="1"/>
              <a:t>from</a:t>
            </a:r>
            <a:r>
              <a:rPr lang="nl-NL" sz="1400"/>
              <a:t> male donors </a:t>
            </a:r>
            <a:r>
              <a:rPr lang="nl-NL" sz="1400" err="1"/>
              <a:t>with</a:t>
            </a:r>
            <a:r>
              <a:rPr lang="nl-NL" sz="1400"/>
              <a:t> a </a:t>
            </a:r>
            <a:r>
              <a:rPr lang="nl-NL" sz="1400" err="1"/>
              <a:t>mean</a:t>
            </a:r>
            <a:r>
              <a:rPr lang="nl-NL" sz="1400"/>
              <a:t> donor </a:t>
            </a:r>
            <a:r>
              <a:rPr lang="nl-NL" sz="1400" err="1"/>
              <a:t>age</a:t>
            </a:r>
            <a:r>
              <a:rPr lang="nl-NL" sz="1400"/>
              <a:t> of 39 </a:t>
            </a:r>
            <a:r>
              <a:rPr lang="nl-NL" sz="1400" err="1"/>
              <a:t>years</a:t>
            </a:r>
            <a:r>
              <a:rPr lang="nl-NL" sz="1400"/>
              <a:t> (SD 16).</a:t>
            </a:r>
          </a:p>
          <a:p>
            <a:r>
              <a:rPr lang="nl-NL" sz="1400"/>
              <a:t>Most </a:t>
            </a:r>
            <a:r>
              <a:rPr lang="nl-NL" sz="1400" err="1"/>
              <a:t>transplantations</a:t>
            </a:r>
            <a:r>
              <a:rPr lang="nl-NL" sz="1400"/>
              <a:t> </a:t>
            </a:r>
            <a:r>
              <a:rPr lang="nl-NL" sz="1400" err="1"/>
              <a:t>were</a:t>
            </a:r>
            <a:r>
              <a:rPr lang="nl-NL" sz="1400"/>
              <a:t> first </a:t>
            </a:r>
            <a:r>
              <a:rPr lang="nl-NL" sz="1400" err="1"/>
              <a:t>transplants</a:t>
            </a:r>
            <a:r>
              <a:rPr lang="nl-NL" sz="1400"/>
              <a:t> (88%) </a:t>
            </a:r>
            <a:r>
              <a:rPr lang="nl-NL" sz="1400" err="1"/>
              <a:t>while</a:t>
            </a:r>
            <a:r>
              <a:rPr lang="nl-NL" sz="1400"/>
              <a:t> 12% of </a:t>
            </a:r>
            <a:r>
              <a:rPr lang="nl-NL" sz="1400" err="1"/>
              <a:t>patients</a:t>
            </a:r>
            <a:r>
              <a:rPr lang="nl-NL" sz="1400"/>
              <a:t> </a:t>
            </a:r>
            <a:r>
              <a:rPr lang="nl-NL" sz="1400" err="1"/>
              <a:t>received</a:t>
            </a:r>
            <a:r>
              <a:rPr lang="nl-NL" sz="1400"/>
              <a:t> a </a:t>
            </a:r>
            <a:r>
              <a:rPr lang="nl-NL" sz="1400" err="1"/>
              <a:t>retransplant</a:t>
            </a:r>
            <a:r>
              <a:rPr lang="nl-NL" sz="1400"/>
              <a:t>. </a:t>
            </a:r>
          </a:p>
          <a:p>
            <a:r>
              <a:rPr lang="nl-NL" sz="1400" err="1"/>
              <a:t>Table</a:t>
            </a:r>
            <a:r>
              <a:rPr lang="nl-NL" sz="1400"/>
              <a:t> 1b </a:t>
            </a:r>
            <a:r>
              <a:rPr lang="nl-NL" sz="1400" err="1"/>
              <a:t>summarisis</a:t>
            </a:r>
            <a:r>
              <a:rPr lang="nl-NL" sz="1400"/>
              <a:t> </a:t>
            </a:r>
            <a:r>
              <a:rPr lang="nl-NL" sz="1400" err="1"/>
              <a:t>the</a:t>
            </a:r>
            <a:r>
              <a:rPr lang="nl-NL" sz="1400"/>
              <a:t> follow-up </a:t>
            </a:r>
            <a:r>
              <a:rPr lang="nl-NL" sz="1400" err="1"/>
              <a:t>and</a:t>
            </a:r>
            <a:r>
              <a:rPr lang="nl-NL" sz="1400"/>
              <a:t> event </a:t>
            </a:r>
            <a:r>
              <a:rPr lang="nl-NL" sz="1400" err="1"/>
              <a:t>outcomes</a:t>
            </a:r>
            <a:r>
              <a:rPr lang="nl-NL" sz="1400"/>
              <a:t>. </a:t>
            </a:r>
            <a:r>
              <a:rPr lang="nl-NL" sz="1400" err="1"/>
              <a:t>During</a:t>
            </a:r>
            <a:r>
              <a:rPr lang="nl-NL" sz="1400"/>
              <a:t> a </a:t>
            </a:r>
            <a:r>
              <a:rPr lang="nl-NL" sz="1400" err="1"/>
              <a:t>mean</a:t>
            </a:r>
            <a:r>
              <a:rPr lang="nl-NL" sz="1400"/>
              <a:t> follow-up time of 8.2 </a:t>
            </a:r>
            <a:r>
              <a:rPr lang="nl-NL" sz="1400" err="1"/>
              <a:t>years</a:t>
            </a:r>
            <a:r>
              <a:rPr lang="nl-NL" sz="1400"/>
              <a:t> (SD 4.1) </a:t>
            </a:r>
            <a:r>
              <a:rPr lang="nl-NL" sz="1400" err="1"/>
              <a:t>for</a:t>
            </a:r>
            <a:r>
              <a:rPr lang="nl-NL" sz="1400"/>
              <a:t> graft failure, 32% of </a:t>
            </a:r>
            <a:r>
              <a:rPr lang="nl-NL" sz="1400" err="1"/>
              <a:t>transplants</a:t>
            </a:r>
            <a:r>
              <a:rPr lang="nl-NL" sz="1400"/>
              <a:t> </a:t>
            </a:r>
            <a:r>
              <a:rPr lang="nl-NL" sz="1400" err="1"/>
              <a:t>failed</a:t>
            </a:r>
            <a:r>
              <a:rPr lang="nl-NL" sz="1400"/>
              <a:t>. </a:t>
            </a:r>
          </a:p>
        </p:txBody>
      </p:sp>
      <p:pic>
        <p:nvPicPr>
          <p:cNvPr id="11" name="Tijdelijke aanduiding voor inhoud 10" descr="Afbeelding met tekst, schermopname, Lettertype, nummer&#10;&#10;Door AI gegenereerde inhoud is mogelijk onjuist.">
            <a:extLst>
              <a:ext uri="{FF2B5EF4-FFF2-40B4-BE49-F238E27FC236}">
                <a16:creationId xmlns:a16="http://schemas.microsoft.com/office/drawing/2014/main" id="{3A024251-C7AB-41B3-2D34-9323F4D4C751}"/>
              </a:ext>
            </a:extLst>
          </p:cNvPr>
          <p:cNvPicPr>
            <a:picLocks noGrp="1" noChangeAspect="1"/>
          </p:cNvPicPr>
          <p:nvPr>
            <p:ph idx="1"/>
          </p:nvPr>
        </p:nvPicPr>
        <p:blipFill>
          <a:blip r:embed="rId3"/>
          <a:stretch>
            <a:fillRect/>
          </a:stretch>
        </p:blipFill>
        <p:spPr>
          <a:xfrm>
            <a:off x="162748" y="187021"/>
            <a:ext cx="2889088" cy="5940360"/>
          </a:xfrm>
          <a:prstGeom prst="rect">
            <a:avLst/>
          </a:prstGeom>
        </p:spPr>
      </p:pic>
      <p:sp>
        <p:nvSpPr>
          <p:cNvPr id="12" name="Tekstvak 11">
            <a:extLst>
              <a:ext uri="{FF2B5EF4-FFF2-40B4-BE49-F238E27FC236}">
                <a16:creationId xmlns:a16="http://schemas.microsoft.com/office/drawing/2014/main" id="{420D1031-7BE5-C77B-1918-4274B59F84E8}"/>
              </a:ext>
            </a:extLst>
          </p:cNvPr>
          <p:cNvSpPr txBox="1"/>
          <p:nvPr/>
        </p:nvSpPr>
        <p:spPr>
          <a:xfrm>
            <a:off x="136071" y="6220408"/>
            <a:ext cx="2915816" cy="46166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nl-NL" sz="1200" err="1"/>
              <a:t>Table</a:t>
            </a:r>
            <a:r>
              <a:rPr lang="nl-NL" sz="1200"/>
              <a:t> 1a. Baseline </a:t>
            </a:r>
            <a:r>
              <a:rPr lang="nl-NL" sz="1200" err="1"/>
              <a:t>characteristics</a:t>
            </a:r>
            <a:r>
              <a:rPr lang="nl-NL" sz="1200"/>
              <a:t> of </a:t>
            </a:r>
            <a:r>
              <a:rPr lang="nl-NL" sz="1200" err="1"/>
              <a:t>kidney</a:t>
            </a:r>
            <a:r>
              <a:rPr lang="nl-NL" sz="1200"/>
              <a:t> transplant </a:t>
            </a:r>
            <a:r>
              <a:rPr lang="nl-NL" sz="1200" err="1"/>
              <a:t>patients</a:t>
            </a:r>
            <a:endParaRPr lang="nl-NL" sz="1400"/>
          </a:p>
        </p:txBody>
      </p:sp>
      <p:sp>
        <p:nvSpPr>
          <p:cNvPr id="14" name="Tekstvak 13">
            <a:extLst>
              <a:ext uri="{FF2B5EF4-FFF2-40B4-BE49-F238E27FC236}">
                <a16:creationId xmlns:a16="http://schemas.microsoft.com/office/drawing/2014/main" id="{F927FAEE-C626-304E-158E-634531F3EC38}"/>
              </a:ext>
            </a:extLst>
          </p:cNvPr>
          <p:cNvSpPr txBox="1"/>
          <p:nvPr/>
        </p:nvSpPr>
        <p:spPr>
          <a:xfrm>
            <a:off x="3364804" y="6127381"/>
            <a:ext cx="3698147" cy="27699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200">
                <a:latin typeface="Tenorite"/>
                <a:ea typeface="Google Sans Text"/>
                <a:cs typeface="Google Sans Text"/>
              </a:rPr>
              <a:t>Table 1b – </a:t>
            </a:r>
            <a:r>
              <a:rPr lang="en-US" sz="1200">
                <a:ea typeface="+mn-lt"/>
                <a:cs typeface="+mn-lt"/>
              </a:rPr>
              <a:t>Follow up times and clinical outcomes</a:t>
            </a:r>
            <a:endParaRPr lang="nl-NL" sz="1200">
              <a:ea typeface="+mn-lt"/>
              <a:cs typeface="+mn-lt"/>
            </a:endParaRPr>
          </a:p>
        </p:txBody>
      </p:sp>
    </p:spTree>
    <p:extLst>
      <p:ext uri="{BB962C8B-B14F-4D97-AF65-F5344CB8AC3E}">
        <p14:creationId xmlns:p14="http://schemas.microsoft.com/office/powerpoint/2010/main" val="37607291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jdelijke aanduiding voor inhoud 5">
            <a:extLst>
              <a:ext uri="{FF2B5EF4-FFF2-40B4-BE49-F238E27FC236}">
                <a16:creationId xmlns:a16="http://schemas.microsoft.com/office/drawing/2014/main" id="{19F5EAAB-CFB7-9145-3EF6-D089219A3091}"/>
              </a:ext>
            </a:extLst>
          </p:cNvPr>
          <p:cNvSpPr>
            <a:spLocks noGrp="1"/>
          </p:cNvSpPr>
          <p:nvPr>
            <p:ph idx="1"/>
          </p:nvPr>
        </p:nvSpPr>
        <p:spPr>
          <a:xfrm>
            <a:off x="1210222" y="1743000"/>
            <a:ext cx="9779182" cy="3366813"/>
          </a:xfrm>
        </p:spPr>
        <p:txBody>
          <a:bodyPr vert="horz" lIns="91440" tIns="45720" rIns="91440" bIns="45720" rtlCol="0" anchor="t">
            <a:noAutofit/>
          </a:bodyPr>
          <a:lstStyle/>
          <a:p>
            <a:r>
              <a:rPr lang="nl-NL" sz="1400" err="1"/>
              <a:t>Table</a:t>
            </a:r>
            <a:r>
              <a:rPr lang="nl-NL" sz="1400"/>
              <a:t> 1c shows </a:t>
            </a:r>
            <a:r>
              <a:rPr lang="nl-NL" sz="1400" err="1"/>
              <a:t>the</a:t>
            </a:r>
            <a:r>
              <a:rPr lang="nl-NL" sz="1400"/>
              <a:t> </a:t>
            </a:r>
            <a:r>
              <a:rPr lang="nl-NL" sz="1400" err="1"/>
              <a:t>continuous</a:t>
            </a:r>
            <a:r>
              <a:rPr lang="nl-NL" sz="1400"/>
              <a:t> baseline </a:t>
            </a:r>
            <a:r>
              <a:rPr lang="nl-NL" sz="1400" err="1"/>
              <a:t>characteristics</a:t>
            </a:r>
            <a:r>
              <a:rPr lang="nl-NL" sz="1400"/>
              <a:t> </a:t>
            </a:r>
            <a:r>
              <a:rPr lang="nl-NL" sz="1400" err="1"/>
              <a:t>with</a:t>
            </a:r>
            <a:r>
              <a:rPr lang="nl-NL" sz="1400"/>
              <a:t> </a:t>
            </a:r>
            <a:r>
              <a:rPr lang="nl-NL" sz="1400" err="1"/>
              <a:t>extended</a:t>
            </a:r>
            <a:r>
              <a:rPr lang="nl-NL" sz="1400"/>
              <a:t> information on </a:t>
            </a:r>
            <a:r>
              <a:rPr lang="nl-NL" sz="1400" err="1"/>
              <a:t>the</a:t>
            </a:r>
            <a:r>
              <a:rPr lang="nl-NL" sz="1400"/>
              <a:t> </a:t>
            </a:r>
            <a:r>
              <a:rPr lang="nl-NL" sz="1400" err="1"/>
              <a:t>mean</a:t>
            </a:r>
            <a:r>
              <a:rPr lang="nl-NL" sz="1400"/>
              <a:t>, standard </a:t>
            </a:r>
            <a:r>
              <a:rPr lang="nl-NL" sz="1400" err="1"/>
              <a:t>devation</a:t>
            </a:r>
            <a:r>
              <a:rPr lang="nl-NL" sz="1400"/>
              <a:t>, </a:t>
            </a:r>
            <a:r>
              <a:rPr lang="nl-NL" sz="1400" err="1"/>
              <a:t>median</a:t>
            </a:r>
            <a:r>
              <a:rPr lang="nl-NL" sz="1400"/>
              <a:t>, IQR, minimum </a:t>
            </a:r>
            <a:r>
              <a:rPr lang="nl-NL" sz="1400" err="1"/>
              <a:t>and</a:t>
            </a:r>
            <a:r>
              <a:rPr lang="nl-NL" sz="1400"/>
              <a:t> maximum </a:t>
            </a:r>
            <a:r>
              <a:rPr lang="nl-NL" sz="1400" err="1"/>
              <a:t>values</a:t>
            </a:r>
            <a:r>
              <a:rPr lang="nl-NL" sz="1400"/>
              <a:t>.</a:t>
            </a:r>
            <a:endParaRPr lang="nl-NL" sz="1400">
              <a:ea typeface="+mn-lt"/>
              <a:cs typeface="+mn-lt"/>
            </a:endParaRPr>
          </a:p>
        </p:txBody>
      </p:sp>
      <p:graphicFrame>
        <p:nvGraphicFramePr>
          <p:cNvPr id="8" name="Tijdelijke aanduiding voor inhoud 3">
            <a:extLst>
              <a:ext uri="{FF2B5EF4-FFF2-40B4-BE49-F238E27FC236}">
                <a16:creationId xmlns:a16="http://schemas.microsoft.com/office/drawing/2014/main" id="{F92F15BE-7C60-8D2F-F495-EE0BDE096D2C}"/>
              </a:ext>
            </a:extLst>
          </p:cNvPr>
          <p:cNvGraphicFramePr>
            <a:graphicFrameLocks/>
          </p:cNvGraphicFramePr>
          <p:nvPr>
            <p:extLst>
              <p:ext uri="{D42A27DB-BD31-4B8C-83A1-F6EECF244321}">
                <p14:modId xmlns:p14="http://schemas.microsoft.com/office/powerpoint/2010/main" val="225078665"/>
              </p:ext>
            </p:extLst>
          </p:nvPr>
        </p:nvGraphicFramePr>
        <p:xfrm>
          <a:off x="1330874" y="2523373"/>
          <a:ext cx="8326680" cy="2263140"/>
        </p:xfrm>
        <a:graphic>
          <a:graphicData uri="http://schemas.openxmlformats.org/drawingml/2006/table">
            <a:tbl>
              <a:tblPr firstRow="1" bandRow="1">
                <a:tableStyleId>{9D7B26C5-4107-4FEC-AEDC-1716B250A1EF}</a:tableStyleId>
              </a:tblPr>
              <a:tblGrid>
                <a:gridCol w="1040835">
                  <a:extLst>
                    <a:ext uri="{9D8B030D-6E8A-4147-A177-3AD203B41FA5}">
                      <a16:colId xmlns:a16="http://schemas.microsoft.com/office/drawing/2014/main" val="2190068432"/>
                    </a:ext>
                  </a:extLst>
                </a:gridCol>
                <a:gridCol w="1040835">
                  <a:extLst>
                    <a:ext uri="{9D8B030D-6E8A-4147-A177-3AD203B41FA5}">
                      <a16:colId xmlns:a16="http://schemas.microsoft.com/office/drawing/2014/main" val="4095397197"/>
                    </a:ext>
                  </a:extLst>
                </a:gridCol>
                <a:gridCol w="1040835">
                  <a:extLst>
                    <a:ext uri="{9D8B030D-6E8A-4147-A177-3AD203B41FA5}">
                      <a16:colId xmlns:a16="http://schemas.microsoft.com/office/drawing/2014/main" val="2237707178"/>
                    </a:ext>
                  </a:extLst>
                </a:gridCol>
                <a:gridCol w="1040835">
                  <a:extLst>
                    <a:ext uri="{9D8B030D-6E8A-4147-A177-3AD203B41FA5}">
                      <a16:colId xmlns:a16="http://schemas.microsoft.com/office/drawing/2014/main" val="3882257602"/>
                    </a:ext>
                  </a:extLst>
                </a:gridCol>
                <a:gridCol w="1040835">
                  <a:extLst>
                    <a:ext uri="{9D8B030D-6E8A-4147-A177-3AD203B41FA5}">
                      <a16:colId xmlns:a16="http://schemas.microsoft.com/office/drawing/2014/main" val="2582023829"/>
                    </a:ext>
                  </a:extLst>
                </a:gridCol>
                <a:gridCol w="1040835">
                  <a:extLst>
                    <a:ext uri="{9D8B030D-6E8A-4147-A177-3AD203B41FA5}">
                      <a16:colId xmlns:a16="http://schemas.microsoft.com/office/drawing/2014/main" val="189709372"/>
                    </a:ext>
                  </a:extLst>
                </a:gridCol>
                <a:gridCol w="1040835">
                  <a:extLst>
                    <a:ext uri="{9D8B030D-6E8A-4147-A177-3AD203B41FA5}">
                      <a16:colId xmlns:a16="http://schemas.microsoft.com/office/drawing/2014/main" val="3902669420"/>
                    </a:ext>
                  </a:extLst>
                </a:gridCol>
                <a:gridCol w="1040835">
                  <a:extLst>
                    <a:ext uri="{9D8B030D-6E8A-4147-A177-3AD203B41FA5}">
                      <a16:colId xmlns:a16="http://schemas.microsoft.com/office/drawing/2014/main" val="1152073451"/>
                    </a:ext>
                  </a:extLst>
                </a:gridCol>
              </a:tblGrid>
              <a:tr h="202237">
                <a:tc>
                  <a:txBody>
                    <a:bodyPr/>
                    <a:lstStyle/>
                    <a:p>
                      <a:pPr algn="r">
                        <a:buNone/>
                      </a:pPr>
                      <a:r>
                        <a:rPr lang="nl-NL" sz="1400" err="1">
                          <a:effectLst/>
                        </a:rPr>
                        <a:t>Variable</a:t>
                      </a:r>
                    </a:p>
                  </a:txBody>
                  <a:tcPr marT="19050" marB="19050" anchor="ctr"/>
                </a:tc>
                <a:tc>
                  <a:txBody>
                    <a:bodyPr/>
                    <a:lstStyle/>
                    <a:p>
                      <a:pPr algn="r">
                        <a:buNone/>
                      </a:pPr>
                      <a:r>
                        <a:rPr lang="nl-NL" sz="1400">
                          <a:effectLst/>
                        </a:rPr>
                        <a:t>N</a:t>
                      </a:r>
                    </a:p>
                  </a:txBody>
                  <a:tcPr marT="19050" marB="19050" anchor="ctr"/>
                </a:tc>
                <a:tc>
                  <a:txBody>
                    <a:bodyPr/>
                    <a:lstStyle/>
                    <a:p>
                      <a:pPr algn="r">
                        <a:buNone/>
                      </a:pPr>
                      <a:r>
                        <a:rPr lang="nl-NL" sz="1400" err="1">
                          <a:effectLst/>
                        </a:rPr>
                        <a:t>Mean</a:t>
                      </a:r>
                    </a:p>
                  </a:txBody>
                  <a:tcPr marT="19050" marB="19050" anchor="ctr"/>
                </a:tc>
                <a:tc>
                  <a:txBody>
                    <a:bodyPr/>
                    <a:lstStyle/>
                    <a:p>
                      <a:pPr algn="r">
                        <a:buNone/>
                      </a:pPr>
                      <a:r>
                        <a:rPr lang="nl-NL" sz="1400">
                          <a:effectLst/>
                        </a:rPr>
                        <a:t>SD</a:t>
                      </a:r>
                    </a:p>
                  </a:txBody>
                  <a:tcPr marT="19050" marB="19050" anchor="ctr"/>
                </a:tc>
                <a:tc>
                  <a:txBody>
                    <a:bodyPr/>
                    <a:lstStyle/>
                    <a:p>
                      <a:pPr algn="r">
                        <a:buNone/>
                      </a:pPr>
                      <a:r>
                        <a:rPr lang="nl-NL" sz="1400" err="1">
                          <a:effectLst/>
                        </a:rPr>
                        <a:t>Median</a:t>
                      </a:r>
                    </a:p>
                  </a:txBody>
                  <a:tcPr marT="19050" marB="19050" anchor="ctr"/>
                </a:tc>
                <a:tc>
                  <a:txBody>
                    <a:bodyPr/>
                    <a:lstStyle/>
                    <a:p>
                      <a:pPr algn="r">
                        <a:buNone/>
                      </a:pPr>
                      <a:r>
                        <a:rPr lang="nl-NL" sz="1400">
                          <a:effectLst/>
                        </a:rPr>
                        <a:t>IQR</a:t>
                      </a:r>
                    </a:p>
                  </a:txBody>
                  <a:tcPr marT="19050" marB="19050" anchor="ctr"/>
                </a:tc>
                <a:tc>
                  <a:txBody>
                    <a:bodyPr/>
                    <a:lstStyle/>
                    <a:p>
                      <a:pPr algn="r">
                        <a:buNone/>
                      </a:pPr>
                      <a:r>
                        <a:rPr lang="nl-NL" sz="1400">
                          <a:effectLst/>
                        </a:rPr>
                        <a:t>Min</a:t>
                      </a:r>
                    </a:p>
                  </a:txBody>
                  <a:tcPr marT="19050" marB="19050" anchor="ctr"/>
                </a:tc>
                <a:tc>
                  <a:txBody>
                    <a:bodyPr/>
                    <a:lstStyle/>
                    <a:p>
                      <a:pPr algn="r">
                        <a:buNone/>
                      </a:pPr>
                      <a:r>
                        <a:rPr lang="nl-NL" sz="1400">
                          <a:effectLst/>
                        </a:rPr>
                        <a:t>Max</a:t>
                      </a:r>
                    </a:p>
                  </a:txBody>
                  <a:tcPr marT="19050" marB="19050" anchor="ctr"/>
                </a:tc>
                <a:extLst>
                  <a:ext uri="{0D108BD9-81ED-4DB2-BD59-A6C34878D82A}">
                    <a16:rowId xmlns:a16="http://schemas.microsoft.com/office/drawing/2014/main" val="1476553922"/>
                  </a:ext>
                </a:extLst>
              </a:tr>
              <a:tr h="202237">
                <a:tc>
                  <a:txBody>
                    <a:bodyPr/>
                    <a:lstStyle/>
                    <a:p>
                      <a:pPr algn="r" fontAlgn="t">
                        <a:buNone/>
                      </a:pPr>
                      <a:r>
                        <a:rPr lang="nl-NL" sz="1400" err="1">
                          <a:effectLst/>
                        </a:rPr>
                        <a:t>age_at_tx</a:t>
                      </a:r>
                      <a:endParaRPr lang="nl-NL" sz="1400">
                        <a:effectLst/>
                      </a:endParaRPr>
                    </a:p>
                  </a:txBody>
                  <a:tcPr marT="19050" marB="19050"/>
                </a:tc>
                <a:tc>
                  <a:txBody>
                    <a:bodyPr/>
                    <a:lstStyle/>
                    <a:p>
                      <a:pPr algn="r" fontAlgn="t">
                        <a:buNone/>
                      </a:pPr>
                      <a:r>
                        <a:rPr lang="nl-NL" sz="1400">
                          <a:effectLst/>
                        </a:rPr>
                        <a:t>838</a:t>
                      </a:r>
                    </a:p>
                  </a:txBody>
                  <a:tcPr marT="19050" marB="19050"/>
                </a:tc>
                <a:tc>
                  <a:txBody>
                    <a:bodyPr/>
                    <a:lstStyle/>
                    <a:p>
                      <a:pPr algn="r" fontAlgn="t">
                        <a:buNone/>
                      </a:pPr>
                      <a:r>
                        <a:rPr lang="nl-NL" sz="1400">
                          <a:effectLst/>
                        </a:rPr>
                        <a:t>45.15</a:t>
                      </a:r>
                    </a:p>
                  </a:txBody>
                  <a:tcPr marT="19050" marB="19050"/>
                </a:tc>
                <a:tc>
                  <a:txBody>
                    <a:bodyPr/>
                    <a:lstStyle/>
                    <a:p>
                      <a:pPr algn="r" fontAlgn="t">
                        <a:buNone/>
                      </a:pPr>
                      <a:r>
                        <a:rPr lang="nl-NL" sz="1400">
                          <a:effectLst/>
                        </a:rPr>
                        <a:t>13.39</a:t>
                      </a:r>
                    </a:p>
                  </a:txBody>
                  <a:tcPr marT="19050" marB="19050"/>
                </a:tc>
                <a:tc>
                  <a:txBody>
                    <a:bodyPr/>
                    <a:lstStyle/>
                    <a:p>
                      <a:pPr algn="r" fontAlgn="t">
                        <a:buNone/>
                      </a:pPr>
                      <a:r>
                        <a:rPr lang="nl-NL" sz="1400">
                          <a:effectLst/>
                        </a:rPr>
                        <a:t>46.55</a:t>
                      </a:r>
                    </a:p>
                  </a:txBody>
                  <a:tcPr marT="19050" marB="19050"/>
                </a:tc>
                <a:tc>
                  <a:txBody>
                    <a:bodyPr/>
                    <a:lstStyle/>
                    <a:p>
                      <a:pPr algn="r" fontAlgn="t">
                        <a:buNone/>
                      </a:pPr>
                      <a:r>
                        <a:rPr lang="nl-NL" sz="1400">
                          <a:effectLst/>
                        </a:rPr>
                        <a:t>21.51</a:t>
                      </a:r>
                    </a:p>
                  </a:txBody>
                  <a:tcPr marT="19050" marB="19050"/>
                </a:tc>
                <a:tc>
                  <a:txBody>
                    <a:bodyPr/>
                    <a:lstStyle/>
                    <a:p>
                      <a:pPr algn="r" fontAlgn="t">
                        <a:buNone/>
                      </a:pPr>
                      <a:r>
                        <a:rPr lang="nl-NL" sz="1400">
                          <a:effectLst/>
                        </a:rPr>
                        <a:t>14.41</a:t>
                      </a:r>
                    </a:p>
                  </a:txBody>
                  <a:tcPr marT="19050" marB="19050"/>
                </a:tc>
                <a:tc>
                  <a:txBody>
                    <a:bodyPr/>
                    <a:lstStyle/>
                    <a:p>
                      <a:pPr algn="r" fontAlgn="t">
                        <a:buNone/>
                      </a:pPr>
                      <a:r>
                        <a:rPr lang="nl-NL" sz="1400">
                          <a:effectLst/>
                        </a:rPr>
                        <a:t>77.96</a:t>
                      </a:r>
                    </a:p>
                  </a:txBody>
                  <a:tcPr marT="19050" marB="19050"/>
                </a:tc>
                <a:extLst>
                  <a:ext uri="{0D108BD9-81ED-4DB2-BD59-A6C34878D82A}">
                    <a16:rowId xmlns:a16="http://schemas.microsoft.com/office/drawing/2014/main" val="315407492"/>
                  </a:ext>
                </a:extLst>
              </a:tr>
              <a:tr h="202237">
                <a:tc>
                  <a:txBody>
                    <a:bodyPr/>
                    <a:lstStyle/>
                    <a:p>
                      <a:pPr algn="r" fontAlgn="t">
                        <a:buNone/>
                      </a:pPr>
                      <a:r>
                        <a:rPr lang="nl-NL" sz="1400" err="1">
                          <a:effectLst/>
                        </a:rPr>
                        <a:t>bmi</a:t>
                      </a:r>
                    </a:p>
                  </a:txBody>
                  <a:tcPr marT="19050" marB="19050"/>
                </a:tc>
                <a:tc>
                  <a:txBody>
                    <a:bodyPr/>
                    <a:lstStyle/>
                    <a:p>
                      <a:pPr algn="r" fontAlgn="t">
                        <a:buNone/>
                      </a:pPr>
                      <a:r>
                        <a:rPr lang="nl-NL" sz="1400">
                          <a:effectLst/>
                        </a:rPr>
                        <a:t>838</a:t>
                      </a:r>
                    </a:p>
                  </a:txBody>
                  <a:tcPr marT="19050" marB="19050"/>
                </a:tc>
                <a:tc>
                  <a:txBody>
                    <a:bodyPr/>
                    <a:lstStyle/>
                    <a:p>
                      <a:pPr algn="r" fontAlgn="t">
                        <a:buNone/>
                      </a:pPr>
                      <a:r>
                        <a:rPr lang="nl-NL" sz="1400">
                          <a:effectLst/>
                        </a:rPr>
                        <a:t>25.66</a:t>
                      </a:r>
                    </a:p>
                  </a:txBody>
                  <a:tcPr marT="19050" marB="19050"/>
                </a:tc>
                <a:tc>
                  <a:txBody>
                    <a:bodyPr/>
                    <a:lstStyle/>
                    <a:p>
                      <a:pPr algn="r" fontAlgn="t">
                        <a:buNone/>
                      </a:pPr>
                      <a:r>
                        <a:rPr lang="nl-NL" sz="1400">
                          <a:effectLst/>
                        </a:rPr>
                        <a:t>3.92</a:t>
                      </a:r>
                    </a:p>
                  </a:txBody>
                  <a:tcPr marT="19050" marB="19050"/>
                </a:tc>
                <a:tc>
                  <a:txBody>
                    <a:bodyPr/>
                    <a:lstStyle/>
                    <a:p>
                      <a:pPr algn="r" fontAlgn="t">
                        <a:buNone/>
                      </a:pPr>
                      <a:r>
                        <a:rPr lang="nl-NL" sz="1400">
                          <a:effectLst/>
                        </a:rPr>
                        <a:t>25.37</a:t>
                      </a:r>
                    </a:p>
                  </a:txBody>
                  <a:tcPr marT="19050" marB="19050"/>
                </a:tc>
                <a:tc>
                  <a:txBody>
                    <a:bodyPr/>
                    <a:lstStyle/>
                    <a:p>
                      <a:pPr algn="r" fontAlgn="t">
                        <a:buNone/>
                      </a:pPr>
                      <a:r>
                        <a:rPr lang="nl-NL" sz="1400">
                          <a:effectLst/>
                        </a:rPr>
                        <a:t>4.88</a:t>
                      </a:r>
                    </a:p>
                  </a:txBody>
                  <a:tcPr marT="19050" marB="19050"/>
                </a:tc>
                <a:tc>
                  <a:txBody>
                    <a:bodyPr/>
                    <a:lstStyle/>
                    <a:p>
                      <a:pPr algn="r" fontAlgn="t">
                        <a:buNone/>
                      </a:pPr>
                      <a:r>
                        <a:rPr lang="nl-NL" sz="1400">
                          <a:effectLst/>
                        </a:rPr>
                        <a:t>15.82</a:t>
                      </a:r>
                    </a:p>
                  </a:txBody>
                  <a:tcPr marT="19050" marB="19050"/>
                </a:tc>
                <a:tc>
                  <a:txBody>
                    <a:bodyPr/>
                    <a:lstStyle/>
                    <a:p>
                      <a:pPr algn="r" fontAlgn="t">
                        <a:buNone/>
                      </a:pPr>
                      <a:r>
                        <a:rPr lang="nl-NL" sz="1400">
                          <a:effectLst/>
                        </a:rPr>
                        <a:t>46.61</a:t>
                      </a:r>
                    </a:p>
                  </a:txBody>
                  <a:tcPr marT="19050" marB="19050"/>
                </a:tc>
                <a:extLst>
                  <a:ext uri="{0D108BD9-81ED-4DB2-BD59-A6C34878D82A}">
                    <a16:rowId xmlns:a16="http://schemas.microsoft.com/office/drawing/2014/main" val="906055807"/>
                  </a:ext>
                </a:extLst>
              </a:tr>
              <a:tr h="202237">
                <a:tc>
                  <a:txBody>
                    <a:bodyPr/>
                    <a:lstStyle/>
                    <a:p>
                      <a:pPr algn="r" fontAlgn="t">
                        <a:buNone/>
                      </a:pPr>
                      <a:r>
                        <a:rPr lang="nl-NL" sz="1400" err="1">
                          <a:effectLst/>
                        </a:rPr>
                        <a:t>agedon</a:t>
                      </a:r>
                      <a:endParaRPr lang="nl-NL" sz="1400">
                        <a:effectLst/>
                      </a:endParaRPr>
                    </a:p>
                  </a:txBody>
                  <a:tcPr marT="19050" marB="19050"/>
                </a:tc>
                <a:tc>
                  <a:txBody>
                    <a:bodyPr/>
                    <a:lstStyle/>
                    <a:p>
                      <a:pPr algn="r" fontAlgn="t">
                        <a:buNone/>
                      </a:pPr>
                      <a:r>
                        <a:rPr lang="nl-NL" sz="1400">
                          <a:effectLst/>
                        </a:rPr>
                        <a:t>838</a:t>
                      </a:r>
                    </a:p>
                  </a:txBody>
                  <a:tcPr marT="19050" marB="19050"/>
                </a:tc>
                <a:tc>
                  <a:txBody>
                    <a:bodyPr/>
                    <a:lstStyle/>
                    <a:p>
                      <a:pPr algn="r" fontAlgn="t">
                        <a:buNone/>
                      </a:pPr>
                      <a:r>
                        <a:rPr lang="nl-NL" sz="1400">
                          <a:effectLst/>
                        </a:rPr>
                        <a:t>38.72</a:t>
                      </a:r>
                    </a:p>
                  </a:txBody>
                  <a:tcPr marT="19050" marB="19050"/>
                </a:tc>
                <a:tc>
                  <a:txBody>
                    <a:bodyPr/>
                    <a:lstStyle/>
                    <a:p>
                      <a:pPr algn="r" fontAlgn="t">
                        <a:buNone/>
                      </a:pPr>
                      <a:r>
                        <a:rPr lang="nl-NL" sz="1400">
                          <a:effectLst/>
                        </a:rPr>
                        <a:t>15.73</a:t>
                      </a:r>
                    </a:p>
                  </a:txBody>
                  <a:tcPr marT="19050" marB="19050"/>
                </a:tc>
                <a:tc>
                  <a:txBody>
                    <a:bodyPr/>
                    <a:lstStyle/>
                    <a:p>
                      <a:pPr algn="r" fontAlgn="t">
                        <a:buNone/>
                      </a:pPr>
                      <a:r>
                        <a:rPr lang="nl-NL" sz="1400">
                          <a:effectLst/>
                        </a:rPr>
                        <a:t>40.0</a:t>
                      </a:r>
                    </a:p>
                  </a:txBody>
                  <a:tcPr marT="19050" marB="19050"/>
                </a:tc>
                <a:tc>
                  <a:txBody>
                    <a:bodyPr/>
                    <a:lstStyle/>
                    <a:p>
                      <a:pPr algn="r" fontAlgn="t">
                        <a:buNone/>
                      </a:pPr>
                      <a:r>
                        <a:rPr lang="nl-NL" sz="1400">
                          <a:effectLst/>
                        </a:rPr>
                        <a:t>27.0</a:t>
                      </a:r>
                    </a:p>
                  </a:txBody>
                  <a:tcPr marT="19050" marB="19050"/>
                </a:tc>
                <a:tc>
                  <a:txBody>
                    <a:bodyPr/>
                    <a:lstStyle/>
                    <a:p>
                      <a:pPr algn="r" fontAlgn="t">
                        <a:buNone/>
                      </a:pPr>
                      <a:r>
                        <a:rPr lang="nl-NL" sz="1400">
                          <a:effectLst/>
                        </a:rPr>
                        <a:t>0.0</a:t>
                      </a:r>
                    </a:p>
                  </a:txBody>
                  <a:tcPr marT="19050" marB="19050"/>
                </a:tc>
                <a:tc>
                  <a:txBody>
                    <a:bodyPr/>
                    <a:lstStyle/>
                    <a:p>
                      <a:pPr algn="r" fontAlgn="t">
                        <a:buNone/>
                      </a:pPr>
                      <a:r>
                        <a:rPr lang="nl-NL" sz="1400">
                          <a:effectLst/>
                        </a:rPr>
                        <a:t>71.0</a:t>
                      </a:r>
                    </a:p>
                  </a:txBody>
                  <a:tcPr marT="19050" marB="19050"/>
                </a:tc>
                <a:extLst>
                  <a:ext uri="{0D108BD9-81ED-4DB2-BD59-A6C34878D82A}">
                    <a16:rowId xmlns:a16="http://schemas.microsoft.com/office/drawing/2014/main" val="1830212134"/>
                  </a:ext>
                </a:extLst>
              </a:tr>
              <a:tr h="202237">
                <a:tc>
                  <a:txBody>
                    <a:bodyPr/>
                    <a:lstStyle/>
                    <a:p>
                      <a:pPr algn="r" fontAlgn="t">
                        <a:buNone/>
                      </a:pPr>
                      <a:r>
                        <a:rPr lang="nl-NL" sz="1400" err="1">
                          <a:effectLst/>
                        </a:rPr>
                        <a:t>duur_dia</a:t>
                      </a:r>
                    </a:p>
                  </a:txBody>
                  <a:tcPr marT="19050" marB="19050"/>
                </a:tc>
                <a:tc>
                  <a:txBody>
                    <a:bodyPr/>
                    <a:lstStyle/>
                    <a:p>
                      <a:pPr algn="r" fontAlgn="t">
                        <a:buNone/>
                      </a:pPr>
                      <a:r>
                        <a:rPr lang="nl-NL" sz="1400">
                          <a:effectLst/>
                        </a:rPr>
                        <a:t>838</a:t>
                      </a:r>
                    </a:p>
                  </a:txBody>
                  <a:tcPr marT="19050" marB="19050"/>
                </a:tc>
                <a:tc>
                  <a:txBody>
                    <a:bodyPr/>
                    <a:lstStyle/>
                    <a:p>
                      <a:pPr algn="r" fontAlgn="t">
                        <a:buNone/>
                      </a:pPr>
                      <a:r>
                        <a:rPr lang="nl-NL" sz="1400">
                          <a:effectLst/>
                        </a:rPr>
                        <a:t>37.9</a:t>
                      </a:r>
                    </a:p>
                  </a:txBody>
                  <a:tcPr marT="19050" marB="19050"/>
                </a:tc>
                <a:tc>
                  <a:txBody>
                    <a:bodyPr/>
                    <a:lstStyle/>
                    <a:p>
                      <a:pPr algn="r" fontAlgn="t">
                        <a:buNone/>
                      </a:pPr>
                      <a:r>
                        <a:rPr lang="nl-NL" sz="1400">
                          <a:effectLst/>
                        </a:rPr>
                        <a:t>36.02</a:t>
                      </a:r>
                    </a:p>
                  </a:txBody>
                  <a:tcPr marT="19050" marB="19050"/>
                </a:tc>
                <a:tc>
                  <a:txBody>
                    <a:bodyPr/>
                    <a:lstStyle/>
                    <a:p>
                      <a:pPr algn="r" fontAlgn="t">
                        <a:buNone/>
                      </a:pPr>
                      <a:r>
                        <a:rPr lang="nl-NL" sz="1400">
                          <a:effectLst/>
                        </a:rPr>
                        <a:t>29.0</a:t>
                      </a:r>
                    </a:p>
                  </a:txBody>
                  <a:tcPr marT="19050" marB="19050"/>
                </a:tc>
                <a:tc>
                  <a:txBody>
                    <a:bodyPr/>
                    <a:lstStyle/>
                    <a:p>
                      <a:pPr algn="r" fontAlgn="t">
                        <a:buNone/>
                      </a:pPr>
                      <a:r>
                        <a:rPr lang="nl-NL" sz="1400">
                          <a:effectLst/>
                        </a:rPr>
                        <a:t>35.0</a:t>
                      </a:r>
                    </a:p>
                  </a:txBody>
                  <a:tcPr marT="19050" marB="19050"/>
                </a:tc>
                <a:tc>
                  <a:txBody>
                    <a:bodyPr/>
                    <a:lstStyle/>
                    <a:p>
                      <a:pPr algn="r" fontAlgn="t">
                        <a:buNone/>
                      </a:pPr>
                      <a:r>
                        <a:rPr lang="nl-NL" sz="1400">
                          <a:effectLst/>
                        </a:rPr>
                        <a:t>0.0</a:t>
                      </a:r>
                    </a:p>
                  </a:txBody>
                  <a:tcPr marT="19050" marB="19050"/>
                </a:tc>
                <a:tc>
                  <a:txBody>
                    <a:bodyPr/>
                    <a:lstStyle/>
                    <a:p>
                      <a:pPr algn="r" fontAlgn="t">
                        <a:buNone/>
                      </a:pPr>
                      <a:r>
                        <a:rPr lang="nl-NL" sz="1400">
                          <a:effectLst/>
                        </a:rPr>
                        <a:t>398.0</a:t>
                      </a:r>
                    </a:p>
                  </a:txBody>
                  <a:tcPr marT="19050" marB="19050"/>
                </a:tc>
                <a:extLst>
                  <a:ext uri="{0D108BD9-81ED-4DB2-BD59-A6C34878D82A}">
                    <a16:rowId xmlns:a16="http://schemas.microsoft.com/office/drawing/2014/main" val="3207191929"/>
                  </a:ext>
                </a:extLst>
              </a:tr>
              <a:tr h="202237">
                <a:tc>
                  <a:txBody>
                    <a:bodyPr/>
                    <a:lstStyle/>
                    <a:p>
                      <a:pPr algn="r" fontAlgn="t">
                        <a:buNone/>
                      </a:pPr>
                      <a:r>
                        <a:rPr lang="nl-NL" sz="1400">
                          <a:effectLst/>
                        </a:rPr>
                        <a:t>gfr3</a:t>
                      </a:r>
                    </a:p>
                  </a:txBody>
                  <a:tcPr marT="19050" marB="19050"/>
                </a:tc>
                <a:tc>
                  <a:txBody>
                    <a:bodyPr/>
                    <a:lstStyle/>
                    <a:p>
                      <a:pPr algn="r" fontAlgn="t">
                        <a:buNone/>
                      </a:pPr>
                      <a:r>
                        <a:rPr lang="nl-NL" sz="1400">
                          <a:effectLst/>
                        </a:rPr>
                        <a:t>838</a:t>
                      </a:r>
                    </a:p>
                  </a:txBody>
                  <a:tcPr marT="19050" marB="19050"/>
                </a:tc>
                <a:tc>
                  <a:txBody>
                    <a:bodyPr/>
                    <a:lstStyle/>
                    <a:p>
                      <a:pPr algn="r" fontAlgn="t">
                        <a:buNone/>
                      </a:pPr>
                      <a:r>
                        <a:rPr lang="nl-NL" sz="1400">
                          <a:effectLst/>
                        </a:rPr>
                        <a:t>53.41</a:t>
                      </a:r>
                    </a:p>
                  </a:txBody>
                  <a:tcPr marT="19050" marB="19050"/>
                </a:tc>
                <a:tc>
                  <a:txBody>
                    <a:bodyPr/>
                    <a:lstStyle/>
                    <a:p>
                      <a:pPr algn="r" fontAlgn="t">
                        <a:buNone/>
                      </a:pPr>
                      <a:r>
                        <a:rPr lang="nl-NL" sz="1400">
                          <a:effectLst/>
                        </a:rPr>
                        <a:t>18.34</a:t>
                      </a:r>
                    </a:p>
                  </a:txBody>
                  <a:tcPr marT="19050" marB="19050"/>
                </a:tc>
                <a:tc>
                  <a:txBody>
                    <a:bodyPr/>
                    <a:lstStyle/>
                    <a:p>
                      <a:pPr algn="r" fontAlgn="t">
                        <a:buNone/>
                      </a:pPr>
                      <a:r>
                        <a:rPr lang="nl-NL" sz="1400">
                          <a:effectLst/>
                        </a:rPr>
                        <a:t>52.0</a:t>
                      </a:r>
                    </a:p>
                  </a:txBody>
                  <a:tcPr marT="19050" marB="19050"/>
                </a:tc>
                <a:tc>
                  <a:txBody>
                    <a:bodyPr/>
                    <a:lstStyle/>
                    <a:p>
                      <a:pPr algn="r" fontAlgn="t">
                        <a:buNone/>
                      </a:pPr>
                      <a:r>
                        <a:rPr lang="nl-NL" sz="1400">
                          <a:effectLst/>
                        </a:rPr>
                        <a:t>25.0</a:t>
                      </a:r>
                    </a:p>
                  </a:txBody>
                  <a:tcPr marT="19050" marB="19050"/>
                </a:tc>
                <a:tc>
                  <a:txBody>
                    <a:bodyPr/>
                    <a:lstStyle/>
                    <a:p>
                      <a:pPr algn="r" fontAlgn="t">
                        <a:buNone/>
                      </a:pPr>
                      <a:r>
                        <a:rPr lang="nl-NL" sz="1400">
                          <a:effectLst/>
                        </a:rPr>
                        <a:t>7.0</a:t>
                      </a:r>
                    </a:p>
                  </a:txBody>
                  <a:tcPr marT="19050" marB="19050"/>
                </a:tc>
                <a:tc>
                  <a:txBody>
                    <a:bodyPr/>
                    <a:lstStyle/>
                    <a:p>
                      <a:pPr algn="r" fontAlgn="t">
                        <a:buNone/>
                      </a:pPr>
                      <a:r>
                        <a:rPr lang="nl-NL" sz="1400">
                          <a:effectLst/>
                        </a:rPr>
                        <a:t>115.0</a:t>
                      </a:r>
                    </a:p>
                  </a:txBody>
                  <a:tcPr marT="19050" marB="19050"/>
                </a:tc>
                <a:extLst>
                  <a:ext uri="{0D108BD9-81ED-4DB2-BD59-A6C34878D82A}">
                    <a16:rowId xmlns:a16="http://schemas.microsoft.com/office/drawing/2014/main" val="2830623498"/>
                  </a:ext>
                </a:extLst>
              </a:tr>
              <a:tr h="202237">
                <a:tc>
                  <a:txBody>
                    <a:bodyPr/>
                    <a:lstStyle/>
                    <a:p>
                      <a:pPr algn="r" fontAlgn="t">
                        <a:buNone/>
                      </a:pPr>
                      <a:r>
                        <a:rPr lang="nl-NL" sz="1400">
                          <a:effectLst/>
                        </a:rPr>
                        <a:t>screat3</a:t>
                      </a:r>
                    </a:p>
                  </a:txBody>
                  <a:tcPr marT="19050" marB="19050"/>
                </a:tc>
                <a:tc>
                  <a:txBody>
                    <a:bodyPr/>
                    <a:lstStyle/>
                    <a:p>
                      <a:pPr algn="r" fontAlgn="t">
                        <a:buNone/>
                      </a:pPr>
                      <a:r>
                        <a:rPr lang="nl-NL" sz="1400">
                          <a:effectLst/>
                        </a:rPr>
                        <a:t>838</a:t>
                      </a:r>
                    </a:p>
                  </a:txBody>
                  <a:tcPr marT="19050" marB="19050"/>
                </a:tc>
                <a:tc>
                  <a:txBody>
                    <a:bodyPr/>
                    <a:lstStyle/>
                    <a:p>
                      <a:pPr algn="r" fontAlgn="t">
                        <a:buNone/>
                      </a:pPr>
                      <a:r>
                        <a:rPr lang="nl-NL" sz="1400">
                          <a:effectLst/>
                        </a:rPr>
                        <a:t>152.23</a:t>
                      </a:r>
                    </a:p>
                  </a:txBody>
                  <a:tcPr marT="19050" marB="19050"/>
                </a:tc>
                <a:tc>
                  <a:txBody>
                    <a:bodyPr/>
                    <a:lstStyle/>
                    <a:p>
                      <a:pPr algn="r" fontAlgn="t">
                        <a:buNone/>
                      </a:pPr>
                      <a:r>
                        <a:rPr lang="nl-NL" sz="1400">
                          <a:effectLst/>
                        </a:rPr>
                        <a:t>55.76</a:t>
                      </a:r>
                    </a:p>
                  </a:txBody>
                  <a:tcPr marT="19050" marB="19050"/>
                </a:tc>
                <a:tc>
                  <a:txBody>
                    <a:bodyPr/>
                    <a:lstStyle/>
                    <a:p>
                      <a:pPr algn="r" fontAlgn="t">
                        <a:buNone/>
                      </a:pPr>
                      <a:r>
                        <a:rPr lang="nl-NL" sz="1400">
                          <a:effectLst/>
                        </a:rPr>
                        <a:t>141.0</a:t>
                      </a:r>
                    </a:p>
                  </a:txBody>
                  <a:tcPr marT="19050" marB="19050"/>
                </a:tc>
                <a:tc>
                  <a:txBody>
                    <a:bodyPr/>
                    <a:lstStyle/>
                    <a:p>
                      <a:pPr algn="r" fontAlgn="t">
                        <a:buNone/>
                      </a:pPr>
                      <a:r>
                        <a:rPr lang="nl-NL" sz="1400">
                          <a:effectLst/>
                        </a:rPr>
                        <a:t>59.0</a:t>
                      </a:r>
                    </a:p>
                  </a:txBody>
                  <a:tcPr marT="19050" marB="19050"/>
                </a:tc>
                <a:tc>
                  <a:txBody>
                    <a:bodyPr/>
                    <a:lstStyle/>
                    <a:p>
                      <a:pPr algn="r" fontAlgn="t">
                        <a:buNone/>
                      </a:pPr>
                      <a:r>
                        <a:rPr lang="nl-NL" sz="1400">
                          <a:effectLst/>
                        </a:rPr>
                        <a:t>68.0</a:t>
                      </a:r>
                    </a:p>
                  </a:txBody>
                  <a:tcPr marT="19050" marB="19050"/>
                </a:tc>
                <a:tc>
                  <a:txBody>
                    <a:bodyPr/>
                    <a:lstStyle/>
                    <a:p>
                      <a:pPr algn="r" fontAlgn="t">
                        <a:buNone/>
                      </a:pPr>
                      <a:r>
                        <a:rPr lang="nl-NL" sz="1400">
                          <a:effectLst/>
                        </a:rPr>
                        <a:t>661.0</a:t>
                      </a:r>
                    </a:p>
                  </a:txBody>
                  <a:tcPr marT="19050" marB="19050"/>
                </a:tc>
                <a:extLst>
                  <a:ext uri="{0D108BD9-81ED-4DB2-BD59-A6C34878D82A}">
                    <a16:rowId xmlns:a16="http://schemas.microsoft.com/office/drawing/2014/main" val="918403089"/>
                  </a:ext>
                </a:extLst>
              </a:tr>
              <a:tr h="202237">
                <a:tc>
                  <a:txBody>
                    <a:bodyPr/>
                    <a:lstStyle/>
                    <a:p>
                      <a:pPr lvl="0" algn="r">
                        <a:buNone/>
                      </a:pPr>
                      <a:endParaRPr lang="nl-NL" sz="1400">
                        <a:effectLst/>
                      </a:endParaRPr>
                    </a:p>
                  </a:txBody>
                  <a:tcPr marT="19050" marB="19050"/>
                </a:tc>
                <a:tc>
                  <a:txBody>
                    <a:bodyPr/>
                    <a:lstStyle/>
                    <a:p>
                      <a:pPr lvl="0" algn="r">
                        <a:buNone/>
                      </a:pPr>
                      <a:endParaRPr lang="nl-NL" sz="1400">
                        <a:effectLst/>
                      </a:endParaRPr>
                    </a:p>
                  </a:txBody>
                  <a:tcPr marT="19050" marB="19050"/>
                </a:tc>
                <a:tc>
                  <a:txBody>
                    <a:bodyPr/>
                    <a:lstStyle/>
                    <a:p>
                      <a:pPr lvl="0" algn="r">
                        <a:buNone/>
                      </a:pPr>
                      <a:endParaRPr lang="nl-NL" sz="1400">
                        <a:effectLst/>
                      </a:endParaRPr>
                    </a:p>
                  </a:txBody>
                  <a:tcPr marT="19050" marB="19050"/>
                </a:tc>
                <a:tc>
                  <a:txBody>
                    <a:bodyPr/>
                    <a:lstStyle/>
                    <a:p>
                      <a:pPr lvl="0" algn="r">
                        <a:buNone/>
                      </a:pPr>
                      <a:endParaRPr lang="nl-NL" sz="1400">
                        <a:effectLst/>
                      </a:endParaRPr>
                    </a:p>
                  </a:txBody>
                  <a:tcPr marT="19050" marB="19050"/>
                </a:tc>
                <a:tc>
                  <a:txBody>
                    <a:bodyPr/>
                    <a:lstStyle/>
                    <a:p>
                      <a:pPr lvl="0" algn="r">
                        <a:buNone/>
                      </a:pPr>
                      <a:endParaRPr lang="nl-NL" sz="1400">
                        <a:effectLst/>
                      </a:endParaRPr>
                    </a:p>
                  </a:txBody>
                  <a:tcPr marT="19050" marB="19050"/>
                </a:tc>
                <a:tc>
                  <a:txBody>
                    <a:bodyPr/>
                    <a:lstStyle/>
                    <a:p>
                      <a:pPr lvl="0" algn="r">
                        <a:buNone/>
                      </a:pPr>
                      <a:endParaRPr lang="nl-NL" sz="1400">
                        <a:effectLst/>
                      </a:endParaRPr>
                    </a:p>
                  </a:txBody>
                  <a:tcPr marT="19050" marB="19050"/>
                </a:tc>
                <a:tc>
                  <a:txBody>
                    <a:bodyPr/>
                    <a:lstStyle/>
                    <a:p>
                      <a:pPr lvl="0" algn="r">
                        <a:buNone/>
                      </a:pPr>
                      <a:endParaRPr lang="nl-NL" sz="1400">
                        <a:effectLst/>
                      </a:endParaRPr>
                    </a:p>
                  </a:txBody>
                  <a:tcPr marT="19050" marB="19050"/>
                </a:tc>
                <a:tc>
                  <a:txBody>
                    <a:bodyPr/>
                    <a:lstStyle/>
                    <a:p>
                      <a:pPr lvl="0" algn="r">
                        <a:buNone/>
                      </a:pPr>
                      <a:endParaRPr lang="nl-NL" sz="1400">
                        <a:effectLst/>
                      </a:endParaRPr>
                    </a:p>
                  </a:txBody>
                  <a:tcPr marT="19050" marB="19050"/>
                </a:tc>
                <a:extLst>
                  <a:ext uri="{0D108BD9-81ED-4DB2-BD59-A6C34878D82A}">
                    <a16:rowId xmlns:a16="http://schemas.microsoft.com/office/drawing/2014/main" val="2371648857"/>
                  </a:ext>
                </a:extLst>
              </a:tr>
              <a:tr h="202237">
                <a:tc>
                  <a:txBody>
                    <a:bodyPr/>
                    <a:lstStyle/>
                    <a:p>
                      <a:pPr algn="r" fontAlgn="t">
                        <a:buNone/>
                      </a:pPr>
                      <a:r>
                        <a:rPr lang="nl-NL" sz="1400">
                          <a:effectLst/>
                        </a:rPr>
                        <a:t>map3</a:t>
                      </a:r>
                    </a:p>
                  </a:txBody>
                  <a:tcPr marT="19050" marB="19050"/>
                </a:tc>
                <a:tc>
                  <a:txBody>
                    <a:bodyPr/>
                    <a:lstStyle/>
                    <a:p>
                      <a:pPr algn="r" fontAlgn="t">
                        <a:buNone/>
                      </a:pPr>
                      <a:r>
                        <a:rPr lang="nl-NL" sz="1400">
                          <a:effectLst/>
                        </a:rPr>
                        <a:t>838</a:t>
                      </a:r>
                    </a:p>
                  </a:txBody>
                  <a:tcPr marT="19050" marB="19050"/>
                </a:tc>
                <a:tc>
                  <a:txBody>
                    <a:bodyPr/>
                    <a:lstStyle/>
                    <a:p>
                      <a:pPr algn="r" fontAlgn="t">
                        <a:buNone/>
                      </a:pPr>
                      <a:r>
                        <a:rPr lang="nl-NL" sz="1400">
                          <a:effectLst/>
                        </a:rPr>
                        <a:t>108.07</a:t>
                      </a:r>
                    </a:p>
                  </a:txBody>
                  <a:tcPr marT="19050" marB="19050"/>
                </a:tc>
                <a:tc>
                  <a:txBody>
                    <a:bodyPr/>
                    <a:lstStyle/>
                    <a:p>
                      <a:pPr algn="r" fontAlgn="t">
                        <a:buNone/>
                      </a:pPr>
                      <a:r>
                        <a:rPr lang="nl-NL" sz="1400">
                          <a:effectLst/>
                        </a:rPr>
                        <a:t>12.26</a:t>
                      </a:r>
                    </a:p>
                  </a:txBody>
                  <a:tcPr marT="19050" marB="19050"/>
                </a:tc>
                <a:tc>
                  <a:txBody>
                    <a:bodyPr/>
                    <a:lstStyle/>
                    <a:p>
                      <a:pPr algn="r" fontAlgn="t">
                        <a:buNone/>
                      </a:pPr>
                      <a:r>
                        <a:rPr lang="nl-NL" sz="1400">
                          <a:effectLst/>
                        </a:rPr>
                        <a:t>107.0</a:t>
                      </a:r>
                    </a:p>
                  </a:txBody>
                  <a:tcPr marT="19050" marB="19050"/>
                </a:tc>
                <a:tc>
                  <a:txBody>
                    <a:bodyPr/>
                    <a:lstStyle/>
                    <a:p>
                      <a:pPr algn="r" fontAlgn="t">
                        <a:buNone/>
                      </a:pPr>
                      <a:r>
                        <a:rPr lang="nl-NL" sz="1400">
                          <a:effectLst/>
                        </a:rPr>
                        <a:t>16.75</a:t>
                      </a:r>
                    </a:p>
                  </a:txBody>
                  <a:tcPr marT="19050" marB="19050"/>
                </a:tc>
                <a:tc>
                  <a:txBody>
                    <a:bodyPr/>
                    <a:lstStyle/>
                    <a:p>
                      <a:pPr algn="r" fontAlgn="t">
                        <a:buNone/>
                      </a:pPr>
                      <a:r>
                        <a:rPr lang="nl-NL" sz="1400">
                          <a:effectLst/>
                        </a:rPr>
                        <a:t>73.0</a:t>
                      </a:r>
                    </a:p>
                  </a:txBody>
                  <a:tcPr marT="19050" marB="19050"/>
                </a:tc>
                <a:tc>
                  <a:txBody>
                    <a:bodyPr/>
                    <a:lstStyle/>
                    <a:p>
                      <a:pPr algn="r" fontAlgn="t">
                        <a:buNone/>
                      </a:pPr>
                      <a:r>
                        <a:rPr lang="nl-NL" sz="1400">
                          <a:effectLst/>
                        </a:rPr>
                        <a:t>167.0</a:t>
                      </a:r>
                    </a:p>
                  </a:txBody>
                  <a:tcPr marT="19050" marB="19050"/>
                </a:tc>
                <a:extLst>
                  <a:ext uri="{0D108BD9-81ED-4DB2-BD59-A6C34878D82A}">
                    <a16:rowId xmlns:a16="http://schemas.microsoft.com/office/drawing/2014/main" val="917943391"/>
                  </a:ext>
                </a:extLst>
              </a:tr>
            </a:tbl>
          </a:graphicData>
        </a:graphic>
      </p:graphicFrame>
      <p:sp>
        <p:nvSpPr>
          <p:cNvPr id="12" name="Tekstvak 11">
            <a:extLst>
              <a:ext uri="{FF2B5EF4-FFF2-40B4-BE49-F238E27FC236}">
                <a16:creationId xmlns:a16="http://schemas.microsoft.com/office/drawing/2014/main" id="{CD6A9AF0-B269-B363-BE80-244C44928AA0}"/>
              </a:ext>
            </a:extLst>
          </p:cNvPr>
          <p:cNvSpPr txBox="1"/>
          <p:nvPr/>
        </p:nvSpPr>
        <p:spPr>
          <a:xfrm>
            <a:off x="1330872" y="4820056"/>
            <a:ext cx="6096000" cy="30777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400">
                <a:latin typeface="Tenorite"/>
                <a:ea typeface="Google Sans Text"/>
                <a:cs typeface="Google Sans Text"/>
              </a:rPr>
              <a:t>Table 1c - </a:t>
            </a:r>
            <a:r>
              <a:rPr lang="en-US" sz="1400">
                <a:ea typeface="+mn-lt"/>
                <a:cs typeface="+mn-lt"/>
              </a:rPr>
              <a:t>Continuous Baseline Variables</a:t>
            </a:r>
            <a:endParaRPr lang="nl-NL" sz="1400"/>
          </a:p>
        </p:txBody>
      </p:sp>
      <p:sp>
        <p:nvSpPr>
          <p:cNvPr id="5" name="Titel 1">
            <a:extLst>
              <a:ext uri="{FF2B5EF4-FFF2-40B4-BE49-F238E27FC236}">
                <a16:creationId xmlns:a16="http://schemas.microsoft.com/office/drawing/2014/main" id="{E70F5F4B-4F9A-A474-B593-DE614E627A87}"/>
              </a:ext>
            </a:extLst>
          </p:cNvPr>
          <p:cNvSpPr txBox="1">
            <a:spLocks/>
          </p:cNvSpPr>
          <p:nvPr/>
        </p:nvSpPr>
        <p:spPr>
          <a:xfrm>
            <a:off x="3369986" y="-395830"/>
            <a:ext cx="9779183" cy="1570038"/>
          </a:xfrm>
          <a:prstGeom prst="rect">
            <a:avLst/>
          </a:prstGeom>
        </p:spPr>
        <p:txBody>
          <a:bodyPr vert="horz" lIns="91440" tIns="45720" rIns="91440" bIns="45720" rtlCol="0" anchor="b">
            <a:noAutofit/>
          </a:bodyPr>
          <a:lstStyle>
            <a:lvl1pPr algn="l" defTabSz="914400" rtl="0" eaLnBrk="1" latinLnBrk="0" hangingPunct="1">
              <a:lnSpc>
                <a:spcPct val="80000"/>
              </a:lnSpc>
              <a:spcBef>
                <a:spcPct val="0"/>
              </a:spcBef>
              <a:buNone/>
              <a:defRPr sz="4200" b="1" kern="1200">
                <a:solidFill>
                  <a:schemeClr val="tx1"/>
                </a:solidFill>
                <a:latin typeface="+mj-lt"/>
                <a:ea typeface="+mj-ea"/>
                <a:cs typeface="+mj-cs"/>
              </a:defRPr>
            </a:lvl1pPr>
          </a:lstStyle>
          <a:p>
            <a:r>
              <a:rPr lang="nl-NL"/>
              <a:t>Baseline characteristics 'd'</a:t>
            </a:r>
          </a:p>
        </p:txBody>
      </p:sp>
    </p:spTree>
    <p:extLst>
      <p:ext uri="{BB962C8B-B14F-4D97-AF65-F5344CB8AC3E}">
        <p14:creationId xmlns:p14="http://schemas.microsoft.com/office/powerpoint/2010/main" val="393716999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856C0F6A-D0C1-DAB7-811E-91D69657EFCB}"/>
              </a:ext>
            </a:extLst>
          </p:cNvPr>
          <p:cNvSpPr>
            <a:spLocks noGrp="1"/>
          </p:cNvSpPr>
          <p:nvPr>
            <p:ph type="title"/>
          </p:nvPr>
        </p:nvSpPr>
        <p:spPr/>
        <p:txBody>
          <a:bodyPr/>
          <a:lstStyle/>
          <a:p>
            <a:r>
              <a:rPr lang="en-US"/>
              <a:t>Data description</a:t>
            </a:r>
            <a:br>
              <a:rPr lang="en-US"/>
            </a:br>
            <a:r>
              <a:rPr lang="en-US" sz="2800" b="0"/>
              <a:t>Repeated measures</a:t>
            </a:r>
            <a:endParaRPr lang="nl-NL" b="0"/>
          </a:p>
        </p:txBody>
      </p:sp>
      <p:sp>
        <p:nvSpPr>
          <p:cNvPr id="3" name="Tijdelijke aanduiding voor inhoud 2">
            <a:extLst>
              <a:ext uri="{FF2B5EF4-FFF2-40B4-BE49-F238E27FC236}">
                <a16:creationId xmlns:a16="http://schemas.microsoft.com/office/drawing/2014/main" id="{E2FF9771-1D37-1C3B-C7ED-820DAF08C076}"/>
              </a:ext>
            </a:extLst>
          </p:cNvPr>
          <p:cNvSpPr>
            <a:spLocks noGrp="1"/>
          </p:cNvSpPr>
          <p:nvPr>
            <p:ph idx="1"/>
          </p:nvPr>
        </p:nvSpPr>
        <p:spPr>
          <a:xfrm>
            <a:off x="1167493" y="1708211"/>
            <a:ext cx="9779182" cy="3366813"/>
          </a:xfrm>
        </p:spPr>
        <p:txBody>
          <a:bodyPr vert="horz" lIns="91440" tIns="45720" rIns="91440" bIns="45720" rtlCol="0" anchor="t">
            <a:noAutofit/>
          </a:bodyPr>
          <a:lstStyle/>
          <a:p>
            <a:r>
              <a:rPr lang="en-US" sz="1600" noProof="0">
                <a:ea typeface="+mn-lt"/>
                <a:cs typeface="+mn-lt"/>
              </a:rPr>
              <a:t>Every patient has exactly 7 measurements (based on the </a:t>
            </a:r>
            <a:r>
              <a:rPr lang="en-US" sz="1600" noProof="0">
                <a:latin typeface="Tenorite"/>
              </a:rPr>
              <a:t>years</a:t>
            </a:r>
            <a:r>
              <a:rPr lang="en-US" sz="1600" noProof="0">
                <a:ea typeface="+mn-lt"/>
                <a:cs typeface="+mn-lt"/>
              </a:rPr>
              <a:t> variable: 0.25, 0.5, 1, 2, 5, 10, 15 years). The early years show a low rate of missing values, the later years have a high rate of </a:t>
            </a:r>
            <a:r>
              <a:rPr lang="en-US" sz="1600" noProof="0" err="1">
                <a:ea typeface="+mn-lt"/>
                <a:cs typeface="+mn-lt"/>
              </a:rPr>
              <a:t>missng</a:t>
            </a:r>
            <a:r>
              <a:rPr lang="en-US" sz="1600" noProof="0">
                <a:ea typeface="+mn-lt"/>
                <a:cs typeface="+mn-lt"/>
              </a:rPr>
              <a:t> values. This is expected and most likely due to graft failure, death, censoring or end of follow-up. Figure 1 shows the mean value of each biomarker at the scheduled follow-up visits. </a:t>
            </a:r>
            <a:r>
              <a:rPr lang="en-US" sz="1600" noProof="0">
                <a:solidFill>
                  <a:srgbClr val="000000"/>
                </a:solidFill>
                <a:ea typeface="+mn-lt"/>
                <a:cs typeface="+mn-lt"/>
              </a:rPr>
              <a:t>Serum creatinine (</a:t>
            </a:r>
            <a:r>
              <a:rPr lang="en-US" sz="1600" noProof="0" err="1">
                <a:solidFill>
                  <a:srgbClr val="000000"/>
                </a:solidFill>
                <a:ea typeface="+mn-lt"/>
                <a:cs typeface="+mn-lt"/>
              </a:rPr>
              <a:t>creat</a:t>
            </a:r>
            <a:r>
              <a:rPr lang="en-US" sz="1600" noProof="0">
                <a:solidFill>
                  <a:srgbClr val="000000"/>
                </a:solidFill>
                <a:ea typeface="+mn-lt"/>
                <a:cs typeface="+mn-lt"/>
              </a:rPr>
              <a:t>) and mid arterial pressure (map) show a rapid decline in later years as expected. However, glomerular filtration rate (</a:t>
            </a:r>
            <a:r>
              <a:rPr lang="en-US" sz="1600" noProof="0" err="1">
                <a:solidFill>
                  <a:srgbClr val="000000"/>
                </a:solidFill>
                <a:ea typeface="+mn-lt"/>
                <a:cs typeface="+mn-lt"/>
              </a:rPr>
              <a:t>gfr</a:t>
            </a:r>
            <a:r>
              <a:rPr lang="en-US" sz="1600" noProof="0">
                <a:solidFill>
                  <a:srgbClr val="000000"/>
                </a:solidFill>
                <a:ea typeface="+mn-lt"/>
                <a:cs typeface="+mn-lt"/>
              </a:rPr>
              <a:t>) rises after transplantation, stabilizes and then rises again. This indicates survivor bias, meaning patients with bad GFR results are not in the dataset anymore and only the patients with proper functioning kidneys are left. To produce more accurate predictions, we will impute the missing data in the next step.</a:t>
            </a:r>
            <a:endParaRPr lang="en-US" sz="1600" noProof="0"/>
          </a:p>
        </p:txBody>
      </p:sp>
      <p:pic>
        <p:nvPicPr>
          <p:cNvPr id="4" name="Afbeelding 3">
            <a:extLst>
              <a:ext uri="{FF2B5EF4-FFF2-40B4-BE49-F238E27FC236}">
                <a16:creationId xmlns:a16="http://schemas.microsoft.com/office/drawing/2014/main" id="{EB06A6C5-4187-9629-B6B8-DC6F7B50030E}"/>
              </a:ext>
            </a:extLst>
          </p:cNvPr>
          <p:cNvPicPr>
            <a:picLocks noChangeAspect="1"/>
          </p:cNvPicPr>
          <p:nvPr/>
        </p:nvPicPr>
        <p:blipFill>
          <a:blip r:embed="rId2"/>
          <a:stretch>
            <a:fillRect/>
          </a:stretch>
        </p:blipFill>
        <p:spPr>
          <a:xfrm>
            <a:off x="232860" y="3809277"/>
            <a:ext cx="8120860" cy="2697382"/>
          </a:xfrm>
          <a:prstGeom prst="rect">
            <a:avLst/>
          </a:prstGeom>
        </p:spPr>
      </p:pic>
      <p:sp>
        <p:nvSpPr>
          <p:cNvPr id="6" name="Tekstvak 5">
            <a:extLst>
              <a:ext uri="{FF2B5EF4-FFF2-40B4-BE49-F238E27FC236}">
                <a16:creationId xmlns:a16="http://schemas.microsoft.com/office/drawing/2014/main" id="{8EC97605-3171-EE7D-67B5-C56F9BB75BE1}"/>
              </a:ext>
            </a:extLst>
          </p:cNvPr>
          <p:cNvSpPr txBox="1"/>
          <p:nvPr/>
        </p:nvSpPr>
        <p:spPr>
          <a:xfrm>
            <a:off x="230060" y="6509288"/>
            <a:ext cx="6096000" cy="27699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200">
                <a:latin typeface="Tenorite"/>
                <a:ea typeface="Google Sans Text"/>
                <a:cs typeface="Google Sans Text"/>
              </a:rPr>
              <a:t>Figure 1 - </a:t>
            </a:r>
            <a:r>
              <a:rPr lang="en-US" sz="1200"/>
              <a:t>Mean Biomarker Trend Plots over Time</a:t>
            </a:r>
            <a:endParaRPr lang="nl-NL" sz="1200"/>
          </a:p>
        </p:txBody>
      </p:sp>
      <p:graphicFrame>
        <p:nvGraphicFramePr>
          <p:cNvPr id="7" name="Tabel 6">
            <a:extLst>
              <a:ext uri="{FF2B5EF4-FFF2-40B4-BE49-F238E27FC236}">
                <a16:creationId xmlns:a16="http://schemas.microsoft.com/office/drawing/2014/main" id="{5C4C9B7D-E3E6-F483-57AF-38DB00293350}"/>
              </a:ext>
            </a:extLst>
          </p:cNvPr>
          <p:cNvGraphicFramePr>
            <a:graphicFrameLocks noGrp="1"/>
          </p:cNvGraphicFramePr>
          <p:nvPr>
            <p:extLst>
              <p:ext uri="{D42A27DB-BD31-4B8C-83A1-F6EECF244321}">
                <p14:modId xmlns:p14="http://schemas.microsoft.com/office/powerpoint/2010/main" val="33135963"/>
              </p:ext>
            </p:extLst>
          </p:nvPr>
        </p:nvGraphicFramePr>
        <p:xfrm>
          <a:off x="8730712" y="4119965"/>
          <a:ext cx="2942512" cy="2377440"/>
        </p:xfrm>
        <a:graphic>
          <a:graphicData uri="http://schemas.openxmlformats.org/drawingml/2006/table">
            <a:tbl>
              <a:tblPr bandRow="1">
                <a:tableStyleId>{9D7B26C5-4107-4FEC-AEDC-1716B250A1EF}</a:tableStyleId>
              </a:tblPr>
              <a:tblGrid>
                <a:gridCol w="735628">
                  <a:extLst>
                    <a:ext uri="{9D8B030D-6E8A-4147-A177-3AD203B41FA5}">
                      <a16:colId xmlns:a16="http://schemas.microsoft.com/office/drawing/2014/main" val="2771965806"/>
                    </a:ext>
                  </a:extLst>
                </a:gridCol>
                <a:gridCol w="735628">
                  <a:extLst>
                    <a:ext uri="{9D8B030D-6E8A-4147-A177-3AD203B41FA5}">
                      <a16:colId xmlns:a16="http://schemas.microsoft.com/office/drawing/2014/main" val="2314578022"/>
                    </a:ext>
                  </a:extLst>
                </a:gridCol>
                <a:gridCol w="735628">
                  <a:extLst>
                    <a:ext uri="{9D8B030D-6E8A-4147-A177-3AD203B41FA5}">
                      <a16:colId xmlns:a16="http://schemas.microsoft.com/office/drawing/2014/main" val="1272039748"/>
                    </a:ext>
                  </a:extLst>
                </a:gridCol>
                <a:gridCol w="735628">
                  <a:extLst>
                    <a:ext uri="{9D8B030D-6E8A-4147-A177-3AD203B41FA5}">
                      <a16:colId xmlns:a16="http://schemas.microsoft.com/office/drawing/2014/main" val="122050184"/>
                    </a:ext>
                  </a:extLst>
                </a:gridCol>
              </a:tblGrid>
              <a:tr h="0">
                <a:tc>
                  <a:txBody>
                    <a:bodyPr/>
                    <a:lstStyle/>
                    <a:p>
                      <a:pPr>
                        <a:buNone/>
                      </a:pPr>
                      <a:r>
                        <a:rPr lang="nl-NL" sz="1200"/>
                        <a:t>Years</a:t>
                      </a:r>
                    </a:p>
                  </a:txBody>
                  <a:tcPr anchor="ctr"/>
                </a:tc>
                <a:tc>
                  <a:txBody>
                    <a:bodyPr/>
                    <a:lstStyle/>
                    <a:p>
                      <a:pPr>
                        <a:buNone/>
                      </a:pPr>
                      <a:r>
                        <a:rPr lang="nl-NL" sz="1200"/>
                        <a:t>gfr (%)</a:t>
                      </a:r>
                    </a:p>
                  </a:txBody>
                  <a:tcPr anchor="ctr"/>
                </a:tc>
                <a:tc>
                  <a:txBody>
                    <a:bodyPr/>
                    <a:lstStyle/>
                    <a:p>
                      <a:pPr>
                        <a:buNone/>
                      </a:pPr>
                      <a:r>
                        <a:rPr lang="nl-NL" sz="1200"/>
                        <a:t>creat (%)</a:t>
                      </a:r>
                    </a:p>
                  </a:txBody>
                  <a:tcPr anchor="ctr"/>
                </a:tc>
                <a:tc>
                  <a:txBody>
                    <a:bodyPr/>
                    <a:lstStyle/>
                    <a:p>
                      <a:pPr>
                        <a:buNone/>
                      </a:pPr>
                      <a:r>
                        <a:rPr lang="nl-NL" sz="1200"/>
                        <a:t>map (%)</a:t>
                      </a:r>
                    </a:p>
                  </a:txBody>
                  <a:tcPr anchor="ctr"/>
                </a:tc>
                <a:extLst>
                  <a:ext uri="{0D108BD9-81ED-4DB2-BD59-A6C34878D82A}">
                    <a16:rowId xmlns:a16="http://schemas.microsoft.com/office/drawing/2014/main" val="2324352834"/>
                  </a:ext>
                </a:extLst>
              </a:tr>
              <a:tr h="0">
                <a:tc>
                  <a:txBody>
                    <a:bodyPr/>
                    <a:lstStyle/>
                    <a:p>
                      <a:pPr>
                        <a:buNone/>
                      </a:pPr>
                      <a:r>
                        <a:rPr lang="nl-NL" sz="1200"/>
                        <a:t>0.25</a:t>
                      </a:r>
                    </a:p>
                  </a:txBody>
                  <a:tcPr anchor="ctr"/>
                </a:tc>
                <a:tc>
                  <a:txBody>
                    <a:bodyPr/>
                    <a:lstStyle/>
                    <a:p>
                      <a:pPr>
                        <a:buNone/>
                      </a:pPr>
                      <a:r>
                        <a:rPr lang="nl-NL" sz="1200"/>
                        <a:t>6.92</a:t>
                      </a:r>
                    </a:p>
                  </a:txBody>
                  <a:tcPr anchor="ctr"/>
                </a:tc>
                <a:tc>
                  <a:txBody>
                    <a:bodyPr/>
                    <a:lstStyle/>
                    <a:p>
                      <a:pPr>
                        <a:buNone/>
                      </a:pPr>
                      <a:r>
                        <a:rPr lang="nl-NL" sz="1200"/>
                        <a:t>0.00</a:t>
                      </a:r>
                    </a:p>
                  </a:txBody>
                  <a:tcPr anchor="ctr"/>
                </a:tc>
                <a:tc>
                  <a:txBody>
                    <a:bodyPr/>
                    <a:lstStyle/>
                    <a:p>
                      <a:pPr>
                        <a:buNone/>
                      </a:pPr>
                      <a:r>
                        <a:rPr lang="nl-NL" sz="1200"/>
                        <a:t>0.00</a:t>
                      </a:r>
                    </a:p>
                  </a:txBody>
                  <a:tcPr anchor="ctr"/>
                </a:tc>
                <a:extLst>
                  <a:ext uri="{0D108BD9-81ED-4DB2-BD59-A6C34878D82A}">
                    <a16:rowId xmlns:a16="http://schemas.microsoft.com/office/drawing/2014/main" val="959967294"/>
                  </a:ext>
                </a:extLst>
              </a:tr>
              <a:tr h="0">
                <a:tc>
                  <a:txBody>
                    <a:bodyPr/>
                    <a:lstStyle/>
                    <a:p>
                      <a:pPr>
                        <a:buNone/>
                      </a:pPr>
                      <a:r>
                        <a:rPr lang="nl-NL" sz="1200"/>
                        <a:t>0.50</a:t>
                      </a:r>
                    </a:p>
                  </a:txBody>
                  <a:tcPr anchor="ctr"/>
                </a:tc>
                <a:tc>
                  <a:txBody>
                    <a:bodyPr/>
                    <a:lstStyle/>
                    <a:p>
                      <a:pPr>
                        <a:buNone/>
                      </a:pPr>
                      <a:r>
                        <a:rPr lang="nl-NL" sz="1200"/>
                        <a:t>10.26</a:t>
                      </a:r>
                    </a:p>
                  </a:txBody>
                  <a:tcPr anchor="ctr"/>
                </a:tc>
                <a:tc>
                  <a:txBody>
                    <a:bodyPr/>
                    <a:lstStyle/>
                    <a:p>
                      <a:pPr>
                        <a:buNone/>
                      </a:pPr>
                      <a:r>
                        <a:rPr lang="nl-NL" sz="1200"/>
                        <a:t>0.12</a:t>
                      </a:r>
                    </a:p>
                  </a:txBody>
                  <a:tcPr anchor="ctr"/>
                </a:tc>
                <a:tc>
                  <a:txBody>
                    <a:bodyPr/>
                    <a:lstStyle/>
                    <a:p>
                      <a:pPr>
                        <a:buNone/>
                      </a:pPr>
                      <a:r>
                        <a:rPr lang="nl-NL" sz="1200"/>
                        <a:t>0.12</a:t>
                      </a:r>
                    </a:p>
                  </a:txBody>
                  <a:tcPr anchor="ctr"/>
                </a:tc>
                <a:extLst>
                  <a:ext uri="{0D108BD9-81ED-4DB2-BD59-A6C34878D82A}">
                    <a16:rowId xmlns:a16="http://schemas.microsoft.com/office/drawing/2014/main" val="2291304197"/>
                  </a:ext>
                </a:extLst>
              </a:tr>
              <a:tr h="0">
                <a:tc>
                  <a:txBody>
                    <a:bodyPr/>
                    <a:lstStyle/>
                    <a:p>
                      <a:pPr>
                        <a:buNone/>
                      </a:pPr>
                      <a:r>
                        <a:rPr lang="nl-NL" sz="1200"/>
                        <a:t>1.00</a:t>
                      </a:r>
                    </a:p>
                  </a:txBody>
                  <a:tcPr anchor="ctr"/>
                </a:tc>
                <a:tc>
                  <a:txBody>
                    <a:bodyPr/>
                    <a:lstStyle/>
                    <a:p>
                      <a:pPr>
                        <a:buNone/>
                      </a:pPr>
                      <a:r>
                        <a:rPr lang="nl-NL" sz="1200"/>
                        <a:t>0.00</a:t>
                      </a:r>
                    </a:p>
                  </a:txBody>
                  <a:tcPr anchor="ctr"/>
                </a:tc>
                <a:tc>
                  <a:txBody>
                    <a:bodyPr/>
                    <a:lstStyle/>
                    <a:p>
                      <a:pPr>
                        <a:buNone/>
                      </a:pPr>
                      <a:r>
                        <a:rPr lang="nl-NL" sz="1200"/>
                        <a:t>0.00</a:t>
                      </a:r>
                    </a:p>
                  </a:txBody>
                  <a:tcPr anchor="ctr"/>
                </a:tc>
                <a:tc>
                  <a:txBody>
                    <a:bodyPr/>
                    <a:lstStyle/>
                    <a:p>
                      <a:pPr>
                        <a:buNone/>
                      </a:pPr>
                      <a:r>
                        <a:rPr lang="nl-NL" sz="1200"/>
                        <a:t>0.00</a:t>
                      </a:r>
                    </a:p>
                  </a:txBody>
                  <a:tcPr anchor="ctr"/>
                </a:tc>
                <a:extLst>
                  <a:ext uri="{0D108BD9-81ED-4DB2-BD59-A6C34878D82A}">
                    <a16:rowId xmlns:a16="http://schemas.microsoft.com/office/drawing/2014/main" val="485258394"/>
                  </a:ext>
                </a:extLst>
              </a:tr>
              <a:tr h="0">
                <a:tc>
                  <a:txBody>
                    <a:bodyPr/>
                    <a:lstStyle/>
                    <a:p>
                      <a:pPr>
                        <a:buNone/>
                      </a:pPr>
                      <a:r>
                        <a:rPr lang="nl-NL" sz="1200"/>
                        <a:t>2.00</a:t>
                      </a:r>
                    </a:p>
                  </a:txBody>
                  <a:tcPr anchor="ctr"/>
                </a:tc>
                <a:tc>
                  <a:txBody>
                    <a:bodyPr/>
                    <a:lstStyle/>
                    <a:p>
                      <a:pPr>
                        <a:buNone/>
                      </a:pPr>
                      <a:r>
                        <a:rPr lang="nl-NL" sz="1200"/>
                        <a:t>16.59</a:t>
                      </a:r>
                    </a:p>
                  </a:txBody>
                  <a:tcPr anchor="ctr"/>
                </a:tc>
                <a:tc>
                  <a:txBody>
                    <a:bodyPr/>
                    <a:lstStyle/>
                    <a:p>
                      <a:pPr>
                        <a:buNone/>
                      </a:pPr>
                      <a:r>
                        <a:rPr lang="nl-NL" sz="1200"/>
                        <a:t>7.04</a:t>
                      </a:r>
                    </a:p>
                  </a:txBody>
                  <a:tcPr anchor="ctr"/>
                </a:tc>
                <a:tc>
                  <a:txBody>
                    <a:bodyPr/>
                    <a:lstStyle/>
                    <a:p>
                      <a:pPr>
                        <a:buNone/>
                      </a:pPr>
                      <a:r>
                        <a:rPr lang="nl-NL" sz="1200"/>
                        <a:t>6.09</a:t>
                      </a:r>
                    </a:p>
                  </a:txBody>
                  <a:tcPr anchor="ctr"/>
                </a:tc>
                <a:extLst>
                  <a:ext uri="{0D108BD9-81ED-4DB2-BD59-A6C34878D82A}">
                    <a16:rowId xmlns:a16="http://schemas.microsoft.com/office/drawing/2014/main" val="1810714496"/>
                  </a:ext>
                </a:extLst>
              </a:tr>
              <a:tr h="0">
                <a:tc>
                  <a:txBody>
                    <a:bodyPr/>
                    <a:lstStyle/>
                    <a:p>
                      <a:pPr>
                        <a:buNone/>
                      </a:pPr>
                      <a:r>
                        <a:rPr lang="nl-NL" sz="1200"/>
                        <a:t>5.00</a:t>
                      </a:r>
                    </a:p>
                  </a:txBody>
                  <a:tcPr anchor="ctr"/>
                </a:tc>
                <a:tc>
                  <a:txBody>
                    <a:bodyPr/>
                    <a:lstStyle/>
                    <a:p>
                      <a:pPr>
                        <a:buNone/>
                      </a:pPr>
                      <a:r>
                        <a:rPr lang="nl-NL" sz="1200"/>
                        <a:t>34.84</a:t>
                      </a:r>
                    </a:p>
                  </a:txBody>
                  <a:tcPr anchor="ctr"/>
                </a:tc>
                <a:tc>
                  <a:txBody>
                    <a:bodyPr/>
                    <a:lstStyle/>
                    <a:p>
                      <a:pPr>
                        <a:buNone/>
                      </a:pPr>
                      <a:r>
                        <a:rPr lang="nl-NL" sz="1200"/>
                        <a:t>35.08</a:t>
                      </a:r>
                    </a:p>
                  </a:txBody>
                  <a:tcPr anchor="ctr"/>
                </a:tc>
                <a:tc>
                  <a:txBody>
                    <a:bodyPr/>
                    <a:lstStyle/>
                    <a:p>
                      <a:pPr>
                        <a:buNone/>
                      </a:pPr>
                      <a:r>
                        <a:rPr lang="nl-NL" sz="1200"/>
                        <a:t>31.15</a:t>
                      </a:r>
                    </a:p>
                  </a:txBody>
                  <a:tcPr anchor="ctr"/>
                </a:tc>
                <a:extLst>
                  <a:ext uri="{0D108BD9-81ED-4DB2-BD59-A6C34878D82A}">
                    <a16:rowId xmlns:a16="http://schemas.microsoft.com/office/drawing/2014/main" val="2131230945"/>
                  </a:ext>
                </a:extLst>
              </a:tr>
              <a:tr h="0">
                <a:tc>
                  <a:txBody>
                    <a:bodyPr/>
                    <a:lstStyle/>
                    <a:p>
                      <a:pPr>
                        <a:buNone/>
                      </a:pPr>
                      <a:r>
                        <a:rPr lang="nl-NL" sz="1200"/>
                        <a:t>10.00</a:t>
                      </a:r>
                    </a:p>
                  </a:txBody>
                  <a:tcPr anchor="ctr"/>
                </a:tc>
                <a:tc>
                  <a:txBody>
                    <a:bodyPr/>
                    <a:lstStyle/>
                    <a:p>
                      <a:pPr>
                        <a:buNone/>
                      </a:pPr>
                      <a:r>
                        <a:rPr lang="nl-NL" sz="1200"/>
                        <a:t>76.13</a:t>
                      </a:r>
                    </a:p>
                  </a:txBody>
                  <a:tcPr anchor="ctr"/>
                </a:tc>
                <a:tc>
                  <a:txBody>
                    <a:bodyPr/>
                    <a:lstStyle/>
                    <a:p>
                      <a:pPr>
                        <a:buNone/>
                      </a:pPr>
                      <a:r>
                        <a:rPr lang="nl-NL" sz="1200"/>
                        <a:t>77.92</a:t>
                      </a:r>
                    </a:p>
                  </a:txBody>
                  <a:tcPr anchor="ctr"/>
                </a:tc>
                <a:tc>
                  <a:txBody>
                    <a:bodyPr/>
                    <a:lstStyle/>
                    <a:p>
                      <a:pPr>
                        <a:buNone/>
                      </a:pPr>
                      <a:r>
                        <a:rPr lang="nl-NL" sz="1200"/>
                        <a:t>74.70</a:t>
                      </a:r>
                    </a:p>
                  </a:txBody>
                  <a:tcPr anchor="ctr"/>
                </a:tc>
                <a:extLst>
                  <a:ext uri="{0D108BD9-81ED-4DB2-BD59-A6C34878D82A}">
                    <a16:rowId xmlns:a16="http://schemas.microsoft.com/office/drawing/2014/main" val="530573191"/>
                  </a:ext>
                </a:extLst>
              </a:tr>
              <a:tr h="0">
                <a:tc>
                  <a:txBody>
                    <a:bodyPr/>
                    <a:lstStyle/>
                    <a:p>
                      <a:pPr>
                        <a:buNone/>
                      </a:pPr>
                      <a:r>
                        <a:rPr lang="nl-NL" sz="1200"/>
                        <a:t>15.00</a:t>
                      </a:r>
                    </a:p>
                  </a:txBody>
                  <a:tcPr anchor="ctr"/>
                </a:tc>
                <a:tc>
                  <a:txBody>
                    <a:bodyPr/>
                    <a:lstStyle/>
                    <a:p>
                      <a:pPr>
                        <a:buNone/>
                      </a:pPr>
                      <a:r>
                        <a:rPr lang="nl-NL" sz="1200"/>
                        <a:t>94.87</a:t>
                      </a:r>
                    </a:p>
                  </a:txBody>
                  <a:tcPr anchor="ctr"/>
                </a:tc>
                <a:tc>
                  <a:txBody>
                    <a:bodyPr/>
                    <a:lstStyle/>
                    <a:p>
                      <a:pPr>
                        <a:buNone/>
                      </a:pPr>
                      <a:r>
                        <a:rPr lang="nl-NL" sz="1200"/>
                        <a:t>96.90</a:t>
                      </a:r>
                    </a:p>
                  </a:txBody>
                  <a:tcPr anchor="ctr"/>
                </a:tc>
                <a:tc>
                  <a:txBody>
                    <a:bodyPr/>
                    <a:lstStyle/>
                    <a:p>
                      <a:pPr>
                        <a:buNone/>
                      </a:pPr>
                      <a:r>
                        <a:rPr lang="nl-NL" sz="1200"/>
                        <a:t>94.51</a:t>
                      </a:r>
                    </a:p>
                  </a:txBody>
                  <a:tcPr anchor="ctr"/>
                </a:tc>
                <a:extLst>
                  <a:ext uri="{0D108BD9-81ED-4DB2-BD59-A6C34878D82A}">
                    <a16:rowId xmlns:a16="http://schemas.microsoft.com/office/drawing/2014/main" val="1261367637"/>
                  </a:ext>
                </a:extLst>
              </a:tr>
            </a:tbl>
          </a:graphicData>
        </a:graphic>
      </p:graphicFrame>
      <p:sp>
        <p:nvSpPr>
          <p:cNvPr id="8" name="Tekstvak 7">
            <a:extLst>
              <a:ext uri="{FF2B5EF4-FFF2-40B4-BE49-F238E27FC236}">
                <a16:creationId xmlns:a16="http://schemas.microsoft.com/office/drawing/2014/main" id="{7D0EFE55-4D4D-CF37-8AA5-33238352CF68}"/>
              </a:ext>
            </a:extLst>
          </p:cNvPr>
          <p:cNvSpPr txBox="1"/>
          <p:nvPr/>
        </p:nvSpPr>
        <p:spPr>
          <a:xfrm>
            <a:off x="8728297" y="6509287"/>
            <a:ext cx="3345051" cy="27699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200">
                <a:latin typeface="Tenorite"/>
                <a:ea typeface="Google Sans Text"/>
                <a:cs typeface="Google Sans Text"/>
              </a:rPr>
              <a:t>Figure 2 - </a:t>
            </a:r>
            <a:r>
              <a:rPr lang="en-US" sz="1200">
                <a:ea typeface="+mn-lt"/>
                <a:cs typeface="+mn-lt"/>
              </a:rPr>
              <a:t>Missingness by follow-up time (%)</a:t>
            </a:r>
            <a:endParaRPr lang="nl-NL" sz="1200"/>
          </a:p>
        </p:txBody>
      </p:sp>
    </p:spTree>
    <p:extLst>
      <p:ext uri="{BB962C8B-B14F-4D97-AF65-F5344CB8AC3E}">
        <p14:creationId xmlns:p14="http://schemas.microsoft.com/office/powerpoint/2010/main" val="147085428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003B298F-C6E8-4AA9-6816-784D344DE48D}"/>
              </a:ext>
            </a:extLst>
          </p:cNvPr>
          <p:cNvSpPr>
            <a:spLocks noGrp="1"/>
          </p:cNvSpPr>
          <p:nvPr>
            <p:ph type="title"/>
          </p:nvPr>
        </p:nvSpPr>
        <p:spPr/>
        <p:txBody>
          <a:bodyPr/>
          <a:lstStyle/>
          <a:p>
            <a:r>
              <a:rPr lang="en-US"/>
              <a:t>Data description</a:t>
            </a:r>
            <a:endParaRPr lang="en-GB"/>
          </a:p>
        </p:txBody>
      </p:sp>
      <p:pic>
        <p:nvPicPr>
          <p:cNvPr id="11" name="Afbeelding 10" descr="Afbeelding met tekst, lijn, Perceel, diagram&#10;&#10;Door AI gegenereerde inhoud is mogelijk onjuist.">
            <a:extLst>
              <a:ext uri="{FF2B5EF4-FFF2-40B4-BE49-F238E27FC236}">
                <a16:creationId xmlns:a16="http://schemas.microsoft.com/office/drawing/2014/main" id="{6F699911-B123-2E74-80E7-97A37E7C6632}"/>
              </a:ext>
            </a:extLst>
          </p:cNvPr>
          <p:cNvPicPr>
            <a:picLocks noChangeAspect="1"/>
          </p:cNvPicPr>
          <p:nvPr/>
        </p:nvPicPr>
        <p:blipFill>
          <a:blip r:embed="rId2"/>
          <a:stretch>
            <a:fillRect/>
          </a:stretch>
        </p:blipFill>
        <p:spPr>
          <a:xfrm>
            <a:off x="7017041" y="3683000"/>
            <a:ext cx="3695409" cy="2917624"/>
          </a:xfrm>
          <a:prstGeom prst="rect">
            <a:avLst/>
          </a:prstGeom>
        </p:spPr>
      </p:pic>
      <p:pic>
        <p:nvPicPr>
          <p:cNvPr id="13" name="Afbeelding 12" descr="Afbeelding met tekst, Perceel, lijn, diagram&#10;&#10;Door AI gegenereerde inhoud is mogelijk onjuist.">
            <a:extLst>
              <a:ext uri="{FF2B5EF4-FFF2-40B4-BE49-F238E27FC236}">
                <a16:creationId xmlns:a16="http://schemas.microsoft.com/office/drawing/2014/main" id="{FC8A2C5E-F2A0-A5C6-528F-FF27B4E9D64A}"/>
              </a:ext>
            </a:extLst>
          </p:cNvPr>
          <p:cNvPicPr>
            <a:picLocks noChangeAspect="1"/>
          </p:cNvPicPr>
          <p:nvPr/>
        </p:nvPicPr>
        <p:blipFill>
          <a:blip r:embed="rId3"/>
          <a:stretch>
            <a:fillRect/>
          </a:stretch>
        </p:blipFill>
        <p:spPr>
          <a:xfrm>
            <a:off x="7017040" y="511376"/>
            <a:ext cx="3695409" cy="2917624"/>
          </a:xfrm>
          <a:prstGeom prst="rect">
            <a:avLst/>
          </a:prstGeom>
        </p:spPr>
      </p:pic>
      <p:sp>
        <p:nvSpPr>
          <p:cNvPr id="16" name="Tijdelijke aanduiding voor inhoud 2">
            <a:extLst>
              <a:ext uri="{FF2B5EF4-FFF2-40B4-BE49-F238E27FC236}">
                <a16:creationId xmlns:a16="http://schemas.microsoft.com/office/drawing/2014/main" id="{75EAE697-C960-5ECC-83D3-07CD4E56A7B4}"/>
              </a:ext>
            </a:extLst>
          </p:cNvPr>
          <p:cNvSpPr>
            <a:spLocks noGrp="1"/>
          </p:cNvSpPr>
          <p:nvPr>
            <p:ph idx="1"/>
          </p:nvPr>
        </p:nvSpPr>
        <p:spPr>
          <a:xfrm>
            <a:off x="1167492" y="1805508"/>
            <a:ext cx="5050909" cy="4131742"/>
          </a:xfrm>
        </p:spPr>
        <p:txBody>
          <a:bodyPr vert="horz" lIns="91440" tIns="45720" rIns="91440" bIns="45720" rtlCol="0" anchor="t">
            <a:noAutofit/>
          </a:bodyPr>
          <a:lstStyle/>
          <a:p>
            <a:r>
              <a:rPr lang="en-GB" sz="1600">
                <a:ea typeface="+mn-lt"/>
                <a:cs typeface="+mn-lt"/>
              </a:rPr>
              <a:t>The KM curve for graft failure shows a gradual decline in graft survival over the years, with the majority of graft losses occurring within the first 5–10 years post-transplantation. The widening confidence intervals in later years suggest high censoring, fewer events and reduced precision. This pattern supports the need for time-dependent modelling, as graft function changes meaningfully over time and contributes to graft loss.</a:t>
            </a:r>
          </a:p>
          <a:p>
            <a:r>
              <a:rPr lang="en-GB" sz="1600"/>
              <a:t>The KM curve for time to death demonstrates a slower decline compared to graft survival, indicating that many patients remain alive after losing their graft. Mortality increases more gradually over time, with wider uncertainty in later years. This pattern highlights that graft failure and death follow distinct trajectories, justifying the separate Cox models for each endpoint.</a:t>
            </a:r>
          </a:p>
        </p:txBody>
      </p:sp>
      <p:sp>
        <p:nvSpPr>
          <p:cNvPr id="6" name="Tekstvak 3">
            <a:extLst>
              <a:ext uri="{FF2B5EF4-FFF2-40B4-BE49-F238E27FC236}">
                <a16:creationId xmlns:a16="http://schemas.microsoft.com/office/drawing/2014/main" id="{A0C9646B-59FC-7C9B-1818-B276773ED133}"/>
              </a:ext>
            </a:extLst>
          </p:cNvPr>
          <p:cNvSpPr txBox="1"/>
          <p:nvPr/>
        </p:nvSpPr>
        <p:spPr>
          <a:xfrm>
            <a:off x="7017722" y="3431980"/>
            <a:ext cx="3692770" cy="276999"/>
          </a:xfrm>
          <a:prstGeom prst="rect">
            <a:avLst/>
          </a:prstGeom>
          <a:noFill/>
        </p:spPr>
        <p:txBody>
          <a:bodyPr rot="0" spcFirstLastPara="0" vert="horz" wrap="square" lIns="91440" tIns="45720" rIns="91440" bIns="45720" numCol="1" spcCol="0" rtlCol="0" fromWordArt="0" anchor="t" anchorCtr="0" forceAA="0" compatLnSpc="1">
            <a:prstTxWarp prst="textNoShape">
              <a:avLst/>
            </a:prstTxWarp>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1200">
                <a:latin typeface="Tenorite"/>
                <a:ea typeface="Google Sans Text"/>
                <a:cs typeface="Google Sans Text"/>
              </a:rPr>
              <a:t>Figure 3 - </a:t>
            </a:r>
            <a:r>
              <a:rPr lang="en-US" sz="1200"/>
              <a:t>Kaplan Meier plot for time-to-graft failure</a:t>
            </a:r>
            <a:endParaRPr lang="nl-NL" sz="1200"/>
          </a:p>
        </p:txBody>
      </p:sp>
      <p:sp>
        <p:nvSpPr>
          <p:cNvPr id="7" name="Tekstvak 3">
            <a:extLst>
              <a:ext uri="{FF2B5EF4-FFF2-40B4-BE49-F238E27FC236}">
                <a16:creationId xmlns:a16="http://schemas.microsoft.com/office/drawing/2014/main" id="{667191C0-493F-3EB3-EDD6-12160B7E6495}"/>
              </a:ext>
            </a:extLst>
          </p:cNvPr>
          <p:cNvSpPr txBox="1"/>
          <p:nvPr/>
        </p:nvSpPr>
        <p:spPr>
          <a:xfrm>
            <a:off x="7017722" y="6579626"/>
            <a:ext cx="3692770" cy="276999"/>
          </a:xfrm>
          <a:prstGeom prst="rect">
            <a:avLst/>
          </a:prstGeom>
          <a:noFill/>
        </p:spPr>
        <p:txBody>
          <a:bodyPr rot="0" spcFirstLastPara="0" vert="horz" wrap="square" lIns="91440" tIns="45720" rIns="91440" bIns="45720" numCol="1" spcCol="0" rtlCol="0" fromWordArt="0" anchor="t" anchorCtr="0" forceAA="0" compatLnSpc="1">
            <a:prstTxWarp prst="textNoShape">
              <a:avLst/>
            </a:prstTxWarp>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1200">
                <a:latin typeface="Tenorite"/>
                <a:ea typeface="Google Sans Text"/>
                <a:cs typeface="Google Sans Text"/>
              </a:rPr>
              <a:t>Figure 4 - </a:t>
            </a:r>
            <a:r>
              <a:rPr lang="en-US" sz="1200"/>
              <a:t>Kaplan Meier plot for time-to-death</a:t>
            </a:r>
            <a:endParaRPr lang="nl-NL"/>
          </a:p>
        </p:txBody>
      </p:sp>
    </p:spTree>
    <p:extLst>
      <p:ext uri="{BB962C8B-B14F-4D97-AF65-F5344CB8AC3E}">
        <p14:creationId xmlns:p14="http://schemas.microsoft.com/office/powerpoint/2010/main" val="299596113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9E9DB18F-BC62-BA22-432F-5924164B82B1}"/>
              </a:ext>
            </a:extLst>
          </p:cNvPr>
          <p:cNvSpPr>
            <a:spLocks noGrp="1"/>
          </p:cNvSpPr>
          <p:nvPr>
            <p:ph type="title"/>
          </p:nvPr>
        </p:nvSpPr>
        <p:spPr>
          <a:xfrm>
            <a:off x="1167492" y="-398011"/>
            <a:ext cx="9779183" cy="1570038"/>
          </a:xfrm>
        </p:spPr>
        <p:txBody>
          <a:bodyPr/>
          <a:lstStyle/>
          <a:p>
            <a:r>
              <a:rPr lang="nl-NL"/>
              <a:t>Missing data</a:t>
            </a:r>
          </a:p>
        </p:txBody>
      </p:sp>
      <p:sp>
        <p:nvSpPr>
          <p:cNvPr id="3" name="Tijdelijke aanduiding voor inhoud 2">
            <a:extLst>
              <a:ext uri="{FF2B5EF4-FFF2-40B4-BE49-F238E27FC236}">
                <a16:creationId xmlns:a16="http://schemas.microsoft.com/office/drawing/2014/main" id="{4C2EE6D2-0825-54FF-08B8-AA9585625D45}"/>
              </a:ext>
            </a:extLst>
          </p:cNvPr>
          <p:cNvSpPr>
            <a:spLocks noGrp="1"/>
          </p:cNvSpPr>
          <p:nvPr>
            <p:ph idx="1"/>
          </p:nvPr>
        </p:nvSpPr>
        <p:spPr>
          <a:xfrm>
            <a:off x="1167493" y="1174982"/>
            <a:ext cx="9779182" cy="3366813"/>
          </a:xfrm>
        </p:spPr>
        <p:txBody>
          <a:bodyPr vert="horz" lIns="91440" tIns="45720" rIns="91440" bIns="45720" rtlCol="0" anchor="t">
            <a:noAutofit/>
          </a:bodyPr>
          <a:lstStyle/>
          <a:p>
            <a:r>
              <a:rPr lang="en-GB" sz="1600">
                <a:ea typeface="+mn-lt"/>
                <a:cs typeface="+mn-lt"/>
              </a:rPr>
              <a:t>Missing data in the covariates were</a:t>
            </a:r>
            <a:r>
              <a:rPr lang="en-GB" sz="1600">
                <a:latin typeface="Tenorite"/>
              </a:rPr>
              <a:t> analysed and imputed using the MICE method</a:t>
            </a:r>
            <a:r>
              <a:rPr lang="en-GB" sz="1600">
                <a:ea typeface="+mn-lt"/>
                <a:cs typeface="+mn-lt"/>
              </a:rPr>
              <a:t>, restricted to the 21 longitudinal variables (gfr1–7, screat1–7, map1–7). The baseline variables and the outcome were included to help predict the missing biomarker values.</a:t>
            </a:r>
            <a:r>
              <a:rPr lang="en-GB" sz="1600">
                <a:latin typeface="Tenorite"/>
              </a:rPr>
              <a:t> </a:t>
            </a:r>
            <a:r>
              <a:rPr lang="en-GB" sz="1600">
                <a:ea typeface="+mn-lt"/>
                <a:cs typeface="+mn-lt"/>
              </a:rPr>
              <a:t>For this analysis, 10 imputed datasets were generated, each obtained after 10 internal iterations. Following imputation, the Cox model with time-dependent covariates was separately fit on each imputed dataset. We used Rubin's Rule to pool the results and produce a final prediction. This approach reduces bias and increases efficiency. As seen in Figure 5 the imputed values better match the expected patterns of the data. We now turn to the interpretation of the results.</a:t>
            </a:r>
            <a:endParaRPr lang="nl-NL"/>
          </a:p>
        </p:txBody>
      </p:sp>
      <p:pic>
        <p:nvPicPr>
          <p:cNvPr id="4" name="Afbeelding 3" descr="Afbeelding met tekst, diagram, lijn, Perceel&#10;&#10;Door AI gegenereerde inhoud is mogelijk onjuist.">
            <a:extLst>
              <a:ext uri="{FF2B5EF4-FFF2-40B4-BE49-F238E27FC236}">
                <a16:creationId xmlns:a16="http://schemas.microsoft.com/office/drawing/2014/main" id="{2941EC3A-23EA-6399-473F-93AF5E63B7E8}"/>
              </a:ext>
            </a:extLst>
          </p:cNvPr>
          <p:cNvPicPr>
            <a:picLocks noChangeAspect="1"/>
          </p:cNvPicPr>
          <p:nvPr/>
        </p:nvPicPr>
        <p:blipFill>
          <a:blip r:embed="rId2"/>
          <a:stretch>
            <a:fillRect/>
          </a:stretch>
        </p:blipFill>
        <p:spPr>
          <a:xfrm>
            <a:off x="109386" y="2773594"/>
            <a:ext cx="3998569" cy="3872881"/>
          </a:xfrm>
          <a:prstGeom prst="rect">
            <a:avLst/>
          </a:prstGeom>
        </p:spPr>
      </p:pic>
      <p:pic>
        <p:nvPicPr>
          <p:cNvPr id="5" name="Afbeelding 4" descr="Afbeelding met lijn, diagram, Perceel, tekst&#10;&#10;Door AI gegenereerde inhoud is mogelijk onjuist.">
            <a:extLst>
              <a:ext uri="{FF2B5EF4-FFF2-40B4-BE49-F238E27FC236}">
                <a16:creationId xmlns:a16="http://schemas.microsoft.com/office/drawing/2014/main" id="{8B4FA481-8BF4-852A-23D1-CFDA3080F8A1}"/>
              </a:ext>
            </a:extLst>
          </p:cNvPr>
          <p:cNvPicPr>
            <a:picLocks noChangeAspect="1"/>
          </p:cNvPicPr>
          <p:nvPr/>
        </p:nvPicPr>
        <p:blipFill>
          <a:blip r:embed="rId3"/>
          <a:stretch>
            <a:fillRect/>
          </a:stretch>
        </p:blipFill>
        <p:spPr>
          <a:xfrm>
            <a:off x="4105410" y="2771895"/>
            <a:ext cx="3992555" cy="3878240"/>
          </a:xfrm>
          <a:prstGeom prst="rect">
            <a:avLst/>
          </a:prstGeom>
        </p:spPr>
      </p:pic>
      <p:pic>
        <p:nvPicPr>
          <p:cNvPr id="6" name="Afbeelding 5" descr="Afbeelding met lijn, diagram, tekst, Perceel&#10;&#10;Door AI gegenereerde inhoud is mogelijk onjuist.">
            <a:extLst>
              <a:ext uri="{FF2B5EF4-FFF2-40B4-BE49-F238E27FC236}">
                <a16:creationId xmlns:a16="http://schemas.microsoft.com/office/drawing/2014/main" id="{741DB259-0198-182E-0588-4C8B218389EA}"/>
              </a:ext>
            </a:extLst>
          </p:cNvPr>
          <p:cNvPicPr>
            <a:picLocks noChangeAspect="1"/>
          </p:cNvPicPr>
          <p:nvPr/>
        </p:nvPicPr>
        <p:blipFill>
          <a:blip r:embed="rId4"/>
          <a:stretch>
            <a:fillRect/>
          </a:stretch>
        </p:blipFill>
        <p:spPr>
          <a:xfrm>
            <a:off x="8097380" y="2771895"/>
            <a:ext cx="3992556" cy="3878240"/>
          </a:xfrm>
          <a:prstGeom prst="rect">
            <a:avLst/>
          </a:prstGeom>
        </p:spPr>
      </p:pic>
      <p:sp>
        <p:nvSpPr>
          <p:cNvPr id="7" name="Tekstvak 6">
            <a:extLst>
              <a:ext uri="{FF2B5EF4-FFF2-40B4-BE49-F238E27FC236}">
                <a16:creationId xmlns:a16="http://schemas.microsoft.com/office/drawing/2014/main" id="{6BA3FC93-ABC0-ACF8-0084-1419F44BE7DA}"/>
              </a:ext>
            </a:extLst>
          </p:cNvPr>
          <p:cNvSpPr txBox="1"/>
          <p:nvPr/>
        </p:nvSpPr>
        <p:spPr>
          <a:xfrm>
            <a:off x="3487615" y="6646985"/>
            <a:ext cx="5228492" cy="27699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200" baseline="0">
                <a:latin typeface="Tenorite"/>
              </a:rPr>
              <a:t>Figure </a:t>
            </a:r>
            <a:r>
              <a:rPr lang="en-US" sz="1200">
                <a:latin typeface="Tenorite"/>
              </a:rPr>
              <a:t>5</a:t>
            </a:r>
            <a:r>
              <a:rPr lang="en-US" sz="1200" baseline="0">
                <a:latin typeface="Tenorite"/>
              </a:rPr>
              <a:t> - </a:t>
            </a:r>
            <a:r>
              <a:rPr lang="en-US" sz="1200">
                <a:latin typeface="Tenorite"/>
              </a:rPr>
              <a:t> Cox model with time-dependent covariates vs original data</a:t>
            </a:r>
            <a:endParaRPr lang="nl-NL"/>
          </a:p>
        </p:txBody>
      </p:sp>
    </p:spTree>
    <p:extLst>
      <p:ext uri="{BB962C8B-B14F-4D97-AF65-F5344CB8AC3E}">
        <p14:creationId xmlns:p14="http://schemas.microsoft.com/office/powerpoint/2010/main" val="57885951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293E8510-818E-00C5-6195-65B8C6460BF3}"/>
              </a:ext>
            </a:extLst>
          </p:cNvPr>
          <p:cNvSpPr>
            <a:spLocks noGrp="1"/>
          </p:cNvSpPr>
          <p:nvPr>
            <p:ph type="title"/>
          </p:nvPr>
        </p:nvSpPr>
        <p:spPr>
          <a:xfrm>
            <a:off x="1045091" y="0"/>
            <a:ext cx="9779183" cy="1570038"/>
          </a:xfrm>
        </p:spPr>
        <p:txBody>
          <a:bodyPr/>
          <a:lstStyle/>
          <a:p>
            <a:r>
              <a:rPr lang="nl-NL">
                <a:solidFill>
                  <a:srgbClr val="000000"/>
                </a:solidFill>
                <a:ea typeface="+mj-lt"/>
                <a:cs typeface="+mj-lt"/>
              </a:rPr>
              <a:t>Cox </a:t>
            </a:r>
            <a:r>
              <a:rPr lang="nl-NL" err="1">
                <a:solidFill>
                  <a:srgbClr val="000000"/>
                </a:solidFill>
                <a:ea typeface="+mj-lt"/>
                <a:cs typeface="+mj-lt"/>
              </a:rPr>
              <a:t>regression</a:t>
            </a:r>
            <a:br>
              <a:rPr lang="nl-NL">
                <a:ea typeface="+mj-lt"/>
                <a:cs typeface="+mj-lt"/>
              </a:rPr>
            </a:br>
            <a:r>
              <a:rPr kumimoji="0" lang="en-US" sz="2800" b="0" i="0" u="none" strike="noStrike" kern="1200" cap="none" spc="0" normalizeH="0" baseline="0" noProof="0">
                <a:ln>
                  <a:noFill/>
                </a:ln>
                <a:solidFill>
                  <a:prstClr val="black"/>
                </a:solidFill>
                <a:effectLst/>
                <a:uLnTx/>
                <a:uFillTx/>
                <a:latin typeface="Tenorite"/>
                <a:ea typeface="+mj-ea"/>
                <a:cs typeface="+mj-cs"/>
              </a:rPr>
              <a:t>Baseline covariates</a:t>
            </a:r>
            <a:endParaRPr lang="nl-NL">
              <a:solidFill>
                <a:prstClr val="black"/>
              </a:solidFill>
            </a:endParaRPr>
          </a:p>
        </p:txBody>
      </p:sp>
      <p:sp>
        <p:nvSpPr>
          <p:cNvPr id="3" name="Tijdelijke aanduiding voor inhoud 2">
            <a:extLst>
              <a:ext uri="{FF2B5EF4-FFF2-40B4-BE49-F238E27FC236}">
                <a16:creationId xmlns:a16="http://schemas.microsoft.com/office/drawing/2014/main" id="{C5C32722-7D5C-27F8-F9F0-BE74BAFF6816}"/>
              </a:ext>
            </a:extLst>
          </p:cNvPr>
          <p:cNvSpPr>
            <a:spLocks noGrp="1"/>
          </p:cNvSpPr>
          <p:nvPr>
            <p:ph idx="1"/>
          </p:nvPr>
        </p:nvSpPr>
        <p:spPr>
          <a:xfrm>
            <a:off x="1045091" y="1615007"/>
            <a:ext cx="5050909" cy="4512305"/>
          </a:xfrm>
        </p:spPr>
        <p:txBody>
          <a:bodyPr vert="horz" lIns="91440" tIns="45720" rIns="91440" bIns="45720" rtlCol="0" anchor="t">
            <a:noAutofit/>
          </a:bodyPr>
          <a:lstStyle/>
          <a:p>
            <a:r>
              <a:rPr lang="en-GB" sz="1600">
                <a:ea typeface="+mn-lt"/>
                <a:cs typeface="+mn-lt"/>
              </a:rPr>
              <a:t>Table 2 presents the pooled hazard ratios from the Baseline covariates cox model for graft failure. </a:t>
            </a:r>
            <a:r>
              <a:rPr lang="en-GB" sz="1600"/>
              <a:t>Several baseline variables were significantly associated with the risk of graft failure, meaning where HR &gt; 1 and P &lt; 0.05. </a:t>
            </a:r>
            <a:r>
              <a:rPr lang="en-GB" sz="1600" err="1"/>
              <a:t>Age_at_tx</a:t>
            </a:r>
            <a:r>
              <a:rPr lang="en-GB" sz="1600"/>
              <a:t> was a strong predictor (HR = 1.03), indicating that older recipients had a higher risk of graft loss. Male patients also had an increased hazard (HR = 1.32). </a:t>
            </a:r>
          </a:p>
          <a:p>
            <a:r>
              <a:rPr lang="en-GB" sz="1600"/>
              <a:t>Among dialysis, </a:t>
            </a:r>
            <a:r>
              <a:rPr lang="en-GB" sz="1600" err="1"/>
              <a:t>hemodialysis</a:t>
            </a:r>
            <a:r>
              <a:rPr lang="en-GB" sz="1600"/>
              <a:t> in a </a:t>
            </a:r>
            <a:r>
              <a:rPr lang="en-GB" sz="1600" err="1"/>
              <a:t>center</a:t>
            </a:r>
            <a:r>
              <a:rPr lang="en-GB" sz="1600"/>
              <a:t> (HR = 1.42) was associated with a significantly higher risk of graft failure compared with the reference group (HR = 1.420). Additionally, donor age showed a small but significant effect (HR = 1.01), meaning that kidneys from older donors had a slightly higher risk of failure.</a:t>
            </a:r>
          </a:p>
          <a:p>
            <a:r>
              <a:rPr lang="en-GB" sz="1600"/>
              <a:t>Other baseline predictors were not significantly associated with graft failure. Overall, the baseline Cox model identifies several risk factors present at transplantation, but it does not provide the full information yet. We will fit Cox regression again, this time with the time dependent covariates included.</a:t>
            </a:r>
          </a:p>
        </p:txBody>
      </p:sp>
      <p:sp>
        <p:nvSpPr>
          <p:cNvPr id="4" name="Tekstvak 3">
            <a:extLst>
              <a:ext uri="{FF2B5EF4-FFF2-40B4-BE49-F238E27FC236}">
                <a16:creationId xmlns:a16="http://schemas.microsoft.com/office/drawing/2014/main" id="{63FFF982-E3CE-41F1-A2A2-1EE14B1EEF35}"/>
              </a:ext>
            </a:extLst>
          </p:cNvPr>
          <p:cNvSpPr txBox="1"/>
          <p:nvPr/>
        </p:nvSpPr>
        <p:spPr>
          <a:xfrm>
            <a:off x="6369050" y="6167780"/>
            <a:ext cx="5008196" cy="30777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400">
                <a:latin typeface="Tenorite"/>
                <a:ea typeface="Google Sans Text"/>
                <a:cs typeface="Google Sans Text"/>
              </a:rPr>
              <a:t>Table 2 – </a:t>
            </a:r>
            <a:r>
              <a:rPr lang="en-US" sz="1400">
                <a:ea typeface="Google Sans Text"/>
                <a:cs typeface="Google Sans Text"/>
              </a:rPr>
              <a:t>Cox regression </a:t>
            </a:r>
            <a:r>
              <a:rPr lang="en-US" sz="1400">
                <a:ea typeface="+mn-lt"/>
                <a:cs typeface="+mn-lt"/>
              </a:rPr>
              <a:t>analysis with baseline covariates</a:t>
            </a:r>
            <a:endParaRPr lang="nl-NL" sz="1400"/>
          </a:p>
        </p:txBody>
      </p:sp>
      <p:graphicFrame>
        <p:nvGraphicFramePr>
          <p:cNvPr id="6" name="Tabel 5">
            <a:extLst>
              <a:ext uri="{FF2B5EF4-FFF2-40B4-BE49-F238E27FC236}">
                <a16:creationId xmlns:a16="http://schemas.microsoft.com/office/drawing/2014/main" id="{72315AC2-BCF6-429F-4457-D072DC84CFA5}"/>
              </a:ext>
            </a:extLst>
          </p:cNvPr>
          <p:cNvGraphicFramePr>
            <a:graphicFrameLocks noGrp="1"/>
          </p:cNvGraphicFramePr>
          <p:nvPr>
            <p:extLst>
              <p:ext uri="{D42A27DB-BD31-4B8C-83A1-F6EECF244321}">
                <p14:modId xmlns:p14="http://schemas.microsoft.com/office/powerpoint/2010/main" val="3445908775"/>
              </p:ext>
            </p:extLst>
          </p:nvPr>
        </p:nvGraphicFramePr>
        <p:xfrm>
          <a:off x="6369050" y="1992947"/>
          <a:ext cx="5229620" cy="4134366"/>
        </p:xfrm>
        <a:graphic>
          <a:graphicData uri="http://schemas.openxmlformats.org/drawingml/2006/table">
            <a:tbl>
              <a:tblPr firstRow="1" bandRow="1">
                <a:tableStyleId>{9D7B26C5-4107-4FEC-AEDC-1716B250A1EF}</a:tableStyleId>
              </a:tblPr>
              <a:tblGrid>
                <a:gridCol w="1045924">
                  <a:extLst>
                    <a:ext uri="{9D8B030D-6E8A-4147-A177-3AD203B41FA5}">
                      <a16:colId xmlns:a16="http://schemas.microsoft.com/office/drawing/2014/main" val="3553864797"/>
                    </a:ext>
                  </a:extLst>
                </a:gridCol>
                <a:gridCol w="1045924">
                  <a:extLst>
                    <a:ext uri="{9D8B030D-6E8A-4147-A177-3AD203B41FA5}">
                      <a16:colId xmlns:a16="http://schemas.microsoft.com/office/drawing/2014/main" val="678320356"/>
                    </a:ext>
                  </a:extLst>
                </a:gridCol>
                <a:gridCol w="1045924">
                  <a:extLst>
                    <a:ext uri="{9D8B030D-6E8A-4147-A177-3AD203B41FA5}">
                      <a16:colId xmlns:a16="http://schemas.microsoft.com/office/drawing/2014/main" val="1596895870"/>
                    </a:ext>
                  </a:extLst>
                </a:gridCol>
                <a:gridCol w="1045924">
                  <a:extLst>
                    <a:ext uri="{9D8B030D-6E8A-4147-A177-3AD203B41FA5}">
                      <a16:colId xmlns:a16="http://schemas.microsoft.com/office/drawing/2014/main" val="1195184651"/>
                    </a:ext>
                  </a:extLst>
                </a:gridCol>
                <a:gridCol w="1045924">
                  <a:extLst>
                    <a:ext uri="{9D8B030D-6E8A-4147-A177-3AD203B41FA5}">
                      <a16:colId xmlns:a16="http://schemas.microsoft.com/office/drawing/2014/main" val="2732918461"/>
                    </a:ext>
                  </a:extLst>
                </a:gridCol>
              </a:tblGrid>
              <a:tr h="301585">
                <a:tc>
                  <a:txBody>
                    <a:bodyPr/>
                    <a:lstStyle/>
                    <a:p>
                      <a:pPr>
                        <a:buNone/>
                      </a:pPr>
                      <a:r>
                        <a:rPr lang="en-GB" sz="1200"/>
                        <a:t>Variable</a:t>
                      </a:r>
                    </a:p>
                  </a:txBody>
                  <a:tcPr marL="87027" marR="87027" marT="43513" marB="43513" anchor="ctr"/>
                </a:tc>
                <a:tc>
                  <a:txBody>
                    <a:bodyPr/>
                    <a:lstStyle/>
                    <a:p>
                      <a:pPr>
                        <a:buNone/>
                      </a:pPr>
                      <a:r>
                        <a:rPr lang="en-GB" sz="1200"/>
                        <a:t>HR</a:t>
                      </a:r>
                    </a:p>
                  </a:txBody>
                  <a:tcPr marL="87027" marR="87027" marT="43513" marB="43513" anchor="ctr"/>
                </a:tc>
                <a:tc>
                  <a:txBody>
                    <a:bodyPr/>
                    <a:lstStyle/>
                    <a:p>
                      <a:pPr>
                        <a:buNone/>
                      </a:pPr>
                      <a:r>
                        <a:rPr lang="en-GB" sz="1200"/>
                        <a:t>Lower 95% CI</a:t>
                      </a:r>
                    </a:p>
                  </a:txBody>
                  <a:tcPr marL="87027" marR="87027" marT="43513" marB="43513" anchor="ctr"/>
                </a:tc>
                <a:tc>
                  <a:txBody>
                    <a:bodyPr/>
                    <a:lstStyle/>
                    <a:p>
                      <a:pPr>
                        <a:buNone/>
                      </a:pPr>
                      <a:r>
                        <a:rPr lang="en-GB" sz="1200"/>
                        <a:t>Upper 95% CI</a:t>
                      </a:r>
                    </a:p>
                  </a:txBody>
                  <a:tcPr marL="87027" marR="87027" marT="43513" marB="43513" anchor="ctr"/>
                </a:tc>
                <a:tc>
                  <a:txBody>
                    <a:bodyPr/>
                    <a:lstStyle/>
                    <a:p>
                      <a:pPr>
                        <a:buNone/>
                      </a:pPr>
                      <a:r>
                        <a:rPr lang="en-GB" sz="1200"/>
                        <a:t>p-value</a:t>
                      </a:r>
                    </a:p>
                  </a:txBody>
                  <a:tcPr marL="87027" marR="87027" marT="43513" marB="43513" anchor="ctr"/>
                </a:tc>
                <a:extLst>
                  <a:ext uri="{0D108BD9-81ED-4DB2-BD59-A6C34878D82A}">
                    <a16:rowId xmlns:a16="http://schemas.microsoft.com/office/drawing/2014/main" val="459416686"/>
                  </a:ext>
                </a:extLst>
              </a:tr>
              <a:tr h="298956">
                <a:tc>
                  <a:txBody>
                    <a:bodyPr/>
                    <a:lstStyle/>
                    <a:p>
                      <a:pPr>
                        <a:buNone/>
                      </a:pPr>
                      <a:r>
                        <a:rPr lang="en-GB" sz="1200" err="1"/>
                        <a:t>age_at_tx</a:t>
                      </a:r>
                      <a:endParaRPr lang="en-GB" sz="1200"/>
                    </a:p>
                  </a:txBody>
                  <a:tcPr marL="87027" marR="87027" marT="43513" marB="43513" anchor="ctr"/>
                </a:tc>
                <a:tc>
                  <a:txBody>
                    <a:bodyPr/>
                    <a:lstStyle/>
                    <a:p>
                      <a:pPr>
                        <a:buNone/>
                      </a:pPr>
                      <a:r>
                        <a:rPr lang="en-GB" sz="1200"/>
                        <a:t>1.0311</a:t>
                      </a:r>
                    </a:p>
                  </a:txBody>
                  <a:tcPr marL="87027" marR="87027" marT="43513" marB="43513" anchor="ctr"/>
                </a:tc>
                <a:tc>
                  <a:txBody>
                    <a:bodyPr/>
                    <a:lstStyle/>
                    <a:p>
                      <a:pPr>
                        <a:buNone/>
                      </a:pPr>
                      <a:r>
                        <a:rPr lang="en-GB" sz="1200"/>
                        <a:t>1.0205</a:t>
                      </a:r>
                    </a:p>
                  </a:txBody>
                  <a:tcPr marL="87027" marR="87027" marT="43513" marB="43513" anchor="ctr"/>
                </a:tc>
                <a:tc>
                  <a:txBody>
                    <a:bodyPr/>
                    <a:lstStyle/>
                    <a:p>
                      <a:pPr>
                        <a:buNone/>
                      </a:pPr>
                      <a:r>
                        <a:rPr lang="en-GB" sz="1200"/>
                        <a:t>1.0418</a:t>
                      </a:r>
                    </a:p>
                  </a:txBody>
                  <a:tcPr marL="87027" marR="87027" marT="43513" marB="43513" anchor="ctr"/>
                </a:tc>
                <a:tc>
                  <a:txBody>
                    <a:bodyPr/>
                    <a:lstStyle/>
                    <a:p>
                      <a:pPr>
                        <a:buNone/>
                      </a:pPr>
                      <a:r>
                        <a:rPr lang="en-GB" sz="1200"/>
                        <a:t>6.23×10⁻⁹</a:t>
                      </a:r>
                    </a:p>
                  </a:txBody>
                  <a:tcPr marL="87027" marR="87027" marT="43513" marB="43513" anchor="ctr"/>
                </a:tc>
                <a:extLst>
                  <a:ext uri="{0D108BD9-81ED-4DB2-BD59-A6C34878D82A}">
                    <a16:rowId xmlns:a16="http://schemas.microsoft.com/office/drawing/2014/main" val="854351054"/>
                  </a:ext>
                </a:extLst>
              </a:tr>
              <a:tr h="370005">
                <a:tc>
                  <a:txBody>
                    <a:bodyPr/>
                    <a:lstStyle/>
                    <a:p>
                      <a:pPr>
                        <a:buNone/>
                      </a:pPr>
                      <a:r>
                        <a:rPr lang="en-GB" sz="1200" err="1"/>
                        <a:t>sex_pat</a:t>
                      </a:r>
                      <a:r>
                        <a:rPr lang="en-GB" sz="1200"/>
                        <a:t>: male</a:t>
                      </a:r>
                    </a:p>
                  </a:txBody>
                  <a:tcPr marL="87027" marR="87027" marT="43513" marB="43513" anchor="ctr"/>
                </a:tc>
                <a:tc>
                  <a:txBody>
                    <a:bodyPr/>
                    <a:lstStyle/>
                    <a:p>
                      <a:pPr>
                        <a:buNone/>
                      </a:pPr>
                      <a:r>
                        <a:rPr lang="en-GB" sz="1200"/>
                        <a:t>1.3226</a:t>
                      </a:r>
                    </a:p>
                  </a:txBody>
                  <a:tcPr marL="87027" marR="87027" marT="43513" marB="43513" anchor="ctr"/>
                </a:tc>
                <a:tc>
                  <a:txBody>
                    <a:bodyPr/>
                    <a:lstStyle/>
                    <a:p>
                      <a:pPr>
                        <a:buNone/>
                      </a:pPr>
                      <a:r>
                        <a:rPr lang="en-GB" sz="1200"/>
                        <a:t>1.0324</a:t>
                      </a:r>
                    </a:p>
                  </a:txBody>
                  <a:tcPr marL="87027" marR="87027" marT="43513" marB="43513" anchor="ctr"/>
                </a:tc>
                <a:tc>
                  <a:txBody>
                    <a:bodyPr/>
                    <a:lstStyle/>
                    <a:p>
                      <a:pPr>
                        <a:buNone/>
                      </a:pPr>
                      <a:r>
                        <a:rPr lang="en-GB" sz="1200"/>
                        <a:t>1.6945</a:t>
                      </a:r>
                    </a:p>
                  </a:txBody>
                  <a:tcPr marL="87027" marR="87027" marT="43513" marB="43513" anchor="ctr"/>
                </a:tc>
                <a:tc>
                  <a:txBody>
                    <a:bodyPr/>
                    <a:lstStyle/>
                    <a:p>
                      <a:pPr>
                        <a:buNone/>
                      </a:pPr>
                      <a:r>
                        <a:rPr lang="en-GB" sz="1200"/>
                        <a:t>0.02696</a:t>
                      </a:r>
                    </a:p>
                  </a:txBody>
                  <a:tcPr marL="87027" marR="87027" marT="43513" marB="43513" anchor="ctr"/>
                </a:tc>
                <a:extLst>
                  <a:ext uri="{0D108BD9-81ED-4DB2-BD59-A6C34878D82A}">
                    <a16:rowId xmlns:a16="http://schemas.microsoft.com/office/drawing/2014/main" val="3319760843"/>
                  </a:ext>
                </a:extLst>
              </a:tr>
              <a:tr h="298956">
                <a:tc>
                  <a:txBody>
                    <a:bodyPr/>
                    <a:lstStyle/>
                    <a:p>
                      <a:pPr>
                        <a:buNone/>
                      </a:pPr>
                      <a:r>
                        <a:rPr lang="en-GB" sz="1200"/>
                        <a:t>bmi</a:t>
                      </a:r>
                    </a:p>
                  </a:txBody>
                  <a:tcPr marL="87027" marR="87027" marT="43513" marB="43513" anchor="ctr"/>
                </a:tc>
                <a:tc>
                  <a:txBody>
                    <a:bodyPr/>
                    <a:lstStyle/>
                    <a:p>
                      <a:pPr>
                        <a:buNone/>
                      </a:pPr>
                      <a:r>
                        <a:rPr lang="en-GB" sz="1200"/>
                        <a:t>1.0008</a:t>
                      </a:r>
                    </a:p>
                  </a:txBody>
                  <a:tcPr marL="87027" marR="87027" marT="43513" marB="43513" anchor="ctr"/>
                </a:tc>
                <a:tc>
                  <a:txBody>
                    <a:bodyPr/>
                    <a:lstStyle/>
                    <a:p>
                      <a:pPr>
                        <a:buNone/>
                      </a:pPr>
                      <a:r>
                        <a:rPr lang="en-GB" sz="1200"/>
                        <a:t>0.9676</a:t>
                      </a:r>
                    </a:p>
                  </a:txBody>
                  <a:tcPr marL="87027" marR="87027" marT="43513" marB="43513" anchor="ctr"/>
                </a:tc>
                <a:tc>
                  <a:txBody>
                    <a:bodyPr/>
                    <a:lstStyle/>
                    <a:p>
                      <a:pPr>
                        <a:buNone/>
                      </a:pPr>
                      <a:r>
                        <a:rPr lang="en-GB" sz="1200"/>
                        <a:t>1.0352</a:t>
                      </a:r>
                    </a:p>
                  </a:txBody>
                  <a:tcPr marL="87027" marR="87027" marT="43513" marB="43513" anchor="ctr"/>
                </a:tc>
                <a:tc>
                  <a:txBody>
                    <a:bodyPr/>
                    <a:lstStyle/>
                    <a:p>
                      <a:pPr>
                        <a:buNone/>
                      </a:pPr>
                      <a:r>
                        <a:rPr lang="en-GB" sz="1200"/>
                        <a:t>0.96276</a:t>
                      </a:r>
                    </a:p>
                  </a:txBody>
                  <a:tcPr marL="87027" marR="87027" marT="43513" marB="43513" anchor="ctr"/>
                </a:tc>
                <a:extLst>
                  <a:ext uri="{0D108BD9-81ED-4DB2-BD59-A6C34878D82A}">
                    <a16:rowId xmlns:a16="http://schemas.microsoft.com/office/drawing/2014/main" val="571796361"/>
                  </a:ext>
                </a:extLst>
              </a:tr>
              <a:tr h="506845">
                <a:tc>
                  <a:txBody>
                    <a:bodyPr/>
                    <a:lstStyle/>
                    <a:p>
                      <a:pPr>
                        <a:buNone/>
                      </a:pPr>
                      <a:r>
                        <a:rPr lang="en-GB" sz="1200"/>
                        <a:t>type_dia: geen dialyse</a:t>
                      </a:r>
                    </a:p>
                  </a:txBody>
                  <a:tcPr marL="87027" marR="87027" marT="43513" marB="43513" anchor="ctr"/>
                </a:tc>
                <a:tc>
                  <a:txBody>
                    <a:bodyPr/>
                    <a:lstStyle/>
                    <a:p>
                      <a:pPr>
                        <a:buNone/>
                      </a:pPr>
                      <a:r>
                        <a:rPr lang="en-GB" sz="1200"/>
                        <a:t>0.9127</a:t>
                      </a:r>
                    </a:p>
                  </a:txBody>
                  <a:tcPr marL="87027" marR="87027" marT="43513" marB="43513" anchor="ctr"/>
                </a:tc>
                <a:tc>
                  <a:txBody>
                    <a:bodyPr/>
                    <a:lstStyle/>
                    <a:p>
                      <a:pPr>
                        <a:buNone/>
                      </a:pPr>
                      <a:r>
                        <a:rPr lang="en-GB" sz="1200"/>
                        <a:t>0.5154</a:t>
                      </a:r>
                    </a:p>
                  </a:txBody>
                  <a:tcPr marL="87027" marR="87027" marT="43513" marB="43513" anchor="ctr"/>
                </a:tc>
                <a:tc>
                  <a:txBody>
                    <a:bodyPr/>
                    <a:lstStyle/>
                    <a:p>
                      <a:pPr>
                        <a:buNone/>
                      </a:pPr>
                      <a:r>
                        <a:rPr lang="en-GB" sz="1200"/>
                        <a:t>1.6163</a:t>
                      </a:r>
                    </a:p>
                  </a:txBody>
                  <a:tcPr marL="87027" marR="87027" marT="43513" marB="43513" anchor="ctr"/>
                </a:tc>
                <a:tc>
                  <a:txBody>
                    <a:bodyPr/>
                    <a:lstStyle/>
                    <a:p>
                      <a:pPr>
                        <a:buNone/>
                      </a:pPr>
                      <a:r>
                        <a:rPr lang="en-GB" sz="1200"/>
                        <a:t>0.75401</a:t>
                      </a:r>
                    </a:p>
                  </a:txBody>
                  <a:tcPr marL="87027" marR="87027" marT="43513" marB="43513" anchor="ctr"/>
                </a:tc>
                <a:extLst>
                  <a:ext uri="{0D108BD9-81ED-4DB2-BD59-A6C34878D82A}">
                    <a16:rowId xmlns:a16="http://schemas.microsoft.com/office/drawing/2014/main" val="3109087156"/>
                  </a:ext>
                </a:extLst>
              </a:tr>
              <a:tr h="506845">
                <a:tc>
                  <a:txBody>
                    <a:bodyPr/>
                    <a:lstStyle/>
                    <a:p>
                      <a:pPr>
                        <a:buNone/>
                      </a:pPr>
                      <a:r>
                        <a:rPr lang="en-GB" sz="1200"/>
                        <a:t>type_dia: HD centrum</a:t>
                      </a:r>
                    </a:p>
                  </a:txBody>
                  <a:tcPr marL="87027" marR="87027" marT="43513" marB="43513" anchor="ctr"/>
                </a:tc>
                <a:tc>
                  <a:txBody>
                    <a:bodyPr/>
                    <a:lstStyle/>
                    <a:p>
                      <a:pPr>
                        <a:buNone/>
                      </a:pPr>
                      <a:r>
                        <a:rPr lang="en-GB" sz="1200"/>
                        <a:t>1.4203</a:t>
                      </a:r>
                    </a:p>
                  </a:txBody>
                  <a:tcPr marL="87027" marR="87027" marT="43513" marB="43513" anchor="ctr"/>
                </a:tc>
                <a:tc>
                  <a:txBody>
                    <a:bodyPr/>
                    <a:lstStyle/>
                    <a:p>
                      <a:pPr>
                        <a:buNone/>
                      </a:pPr>
                      <a:r>
                        <a:rPr lang="en-GB" sz="1200"/>
                        <a:t>1.0652</a:t>
                      </a:r>
                    </a:p>
                  </a:txBody>
                  <a:tcPr marL="87027" marR="87027" marT="43513" marB="43513" anchor="ctr"/>
                </a:tc>
                <a:tc>
                  <a:txBody>
                    <a:bodyPr/>
                    <a:lstStyle/>
                    <a:p>
                      <a:pPr>
                        <a:buNone/>
                      </a:pPr>
                      <a:r>
                        <a:rPr lang="en-GB" sz="1200"/>
                        <a:t>1.8937</a:t>
                      </a:r>
                    </a:p>
                  </a:txBody>
                  <a:tcPr marL="87027" marR="87027" marT="43513" marB="43513" anchor="ctr"/>
                </a:tc>
                <a:tc>
                  <a:txBody>
                    <a:bodyPr/>
                    <a:lstStyle/>
                    <a:p>
                      <a:pPr>
                        <a:buNone/>
                      </a:pPr>
                      <a:r>
                        <a:rPr lang="en-GB" sz="1200"/>
                        <a:t>0.01682</a:t>
                      </a:r>
                    </a:p>
                  </a:txBody>
                  <a:tcPr marL="87027" marR="87027" marT="43513" marB="43513" anchor="ctr"/>
                </a:tc>
                <a:extLst>
                  <a:ext uri="{0D108BD9-81ED-4DB2-BD59-A6C34878D82A}">
                    <a16:rowId xmlns:a16="http://schemas.microsoft.com/office/drawing/2014/main" val="1311207473"/>
                  </a:ext>
                </a:extLst>
              </a:tr>
              <a:tr h="501520">
                <a:tc>
                  <a:txBody>
                    <a:bodyPr/>
                    <a:lstStyle/>
                    <a:p>
                      <a:pPr>
                        <a:buNone/>
                      </a:pPr>
                      <a:r>
                        <a:rPr lang="en-GB" sz="1200"/>
                        <a:t>type_dia: HD thuis</a:t>
                      </a:r>
                    </a:p>
                  </a:txBody>
                  <a:tcPr marL="87027" marR="87027" marT="43513" marB="43513" anchor="ctr"/>
                </a:tc>
                <a:tc>
                  <a:txBody>
                    <a:bodyPr/>
                    <a:lstStyle/>
                    <a:p>
                      <a:pPr>
                        <a:buNone/>
                      </a:pPr>
                      <a:r>
                        <a:rPr lang="en-GB" sz="1200"/>
                        <a:t>1.3479</a:t>
                      </a:r>
                    </a:p>
                  </a:txBody>
                  <a:tcPr marL="87027" marR="87027" marT="43513" marB="43513" anchor="ctr"/>
                </a:tc>
                <a:tc>
                  <a:txBody>
                    <a:bodyPr/>
                    <a:lstStyle/>
                    <a:p>
                      <a:pPr>
                        <a:buNone/>
                      </a:pPr>
                      <a:r>
                        <a:rPr lang="en-GB" sz="1200"/>
                        <a:t>0.7831</a:t>
                      </a:r>
                    </a:p>
                  </a:txBody>
                  <a:tcPr marL="87027" marR="87027" marT="43513" marB="43513" anchor="ctr"/>
                </a:tc>
                <a:tc>
                  <a:txBody>
                    <a:bodyPr/>
                    <a:lstStyle/>
                    <a:p>
                      <a:pPr>
                        <a:buNone/>
                      </a:pPr>
                      <a:r>
                        <a:rPr lang="en-GB" sz="1200"/>
                        <a:t>2.3200</a:t>
                      </a:r>
                    </a:p>
                  </a:txBody>
                  <a:tcPr marL="87027" marR="87027" marT="43513" marB="43513" anchor="ctr"/>
                </a:tc>
                <a:tc>
                  <a:txBody>
                    <a:bodyPr/>
                    <a:lstStyle/>
                    <a:p>
                      <a:pPr>
                        <a:buNone/>
                      </a:pPr>
                      <a:r>
                        <a:rPr lang="en-GB" sz="1200"/>
                        <a:t>0.28118</a:t>
                      </a:r>
                    </a:p>
                  </a:txBody>
                  <a:tcPr marL="87027" marR="87027" marT="43513" marB="43513" anchor="ctr"/>
                </a:tc>
                <a:extLst>
                  <a:ext uri="{0D108BD9-81ED-4DB2-BD59-A6C34878D82A}">
                    <a16:rowId xmlns:a16="http://schemas.microsoft.com/office/drawing/2014/main" val="684902197"/>
                  </a:ext>
                </a:extLst>
              </a:tr>
              <a:tr h="298956">
                <a:tc>
                  <a:txBody>
                    <a:bodyPr/>
                    <a:lstStyle/>
                    <a:p>
                      <a:pPr>
                        <a:buNone/>
                      </a:pPr>
                      <a:r>
                        <a:rPr lang="en-GB" sz="1200"/>
                        <a:t>duur_dia</a:t>
                      </a:r>
                    </a:p>
                  </a:txBody>
                  <a:tcPr marL="87027" marR="87027" marT="43513" marB="43513" anchor="ctr"/>
                </a:tc>
                <a:tc>
                  <a:txBody>
                    <a:bodyPr/>
                    <a:lstStyle/>
                    <a:p>
                      <a:pPr>
                        <a:buNone/>
                      </a:pPr>
                      <a:r>
                        <a:rPr lang="en-GB" sz="1200"/>
                        <a:t>1.0009</a:t>
                      </a:r>
                    </a:p>
                  </a:txBody>
                  <a:tcPr marL="87027" marR="87027" marT="43513" marB="43513" anchor="ctr"/>
                </a:tc>
                <a:tc>
                  <a:txBody>
                    <a:bodyPr/>
                    <a:lstStyle/>
                    <a:p>
                      <a:pPr>
                        <a:buNone/>
                      </a:pPr>
                      <a:r>
                        <a:rPr lang="en-GB" sz="1200"/>
                        <a:t>0.9975</a:t>
                      </a:r>
                    </a:p>
                  </a:txBody>
                  <a:tcPr marL="87027" marR="87027" marT="43513" marB="43513" anchor="ctr"/>
                </a:tc>
                <a:tc>
                  <a:txBody>
                    <a:bodyPr/>
                    <a:lstStyle/>
                    <a:p>
                      <a:pPr>
                        <a:buNone/>
                      </a:pPr>
                      <a:r>
                        <a:rPr lang="en-GB" sz="1200"/>
                        <a:t>1.0043</a:t>
                      </a:r>
                    </a:p>
                  </a:txBody>
                  <a:tcPr marL="87027" marR="87027" marT="43513" marB="43513" anchor="ctr"/>
                </a:tc>
                <a:tc>
                  <a:txBody>
                    <a:bodyPr/>
                    <a:lstStyle/>
                    <a:p>
                      <a:pPr>
                        <a:buNone/>
                      </a:pPr>
                      <a:r>
                        <a:rPr lang="en-GB" sz="1200"/>
                        <a:t>0.61448</a:t>
                      </a:r>
                    </a:p>
                  </a:txBody>
                  <a:tcPr marL="87027" marR="87027" marT="43513" marB="43513" anchor="ctr"/>
                </a:tc>
                <a:extLst>
                  <a:ext uri="{0D108BD9-81ED-4DB2-BD59-A6C34878D82A}">
                    <a16:rowId xmlns:a16="http://schemas.microsoft.com/office/drawing/2014/main" val="2730966477"/>
                  </a:ext>
                </a:extLst>
              </a:tr>
              <a:tr h="370005">
                <a:tc>
                  <a:txBody>
                    <a:bodyPr/>
                    <a:lstStyle/>
                    <a:p>
                      <a:pPr>
                        <a:buNone/>
                      </a:pPr>
                      <a:r>
                        <a:rPr lang="en-GB" sz="1200"/>
                        <a:t>sexdon: male</a:t>
                      </a:r>
                    </a:p>
                  </a:txBody>
                  <a:tcPr marL="87027" marR="87027" marT="43513" marB="43513" anchor="ctr"/>
                </a:tc>
                <a:tc>
                  <a:txBody>
                    <a:bodyPr/>
                    <a:lstStyle/>
                    <a:p>
                      <a:pPr>
                        <a:buNone/>
                      </a:pPr>
                      <a:r>
                        <a:rPr lang="en-GB" sz="1200"/>
                        <a:t>1.0013</a:t>
                      </a:r>
                    </a:p>
                  </a:txBody>
                  <a:tcPr marL="87027" marR="87027" marT="43513" marB="43513" anchor="ctr"/>
                </a:tc>
                <a:tc>
                  <a:txBody>
                    <a:bodyPr/>
                    <a:lstStyle/>
                    <a:p>
                      <a:pPr>
                        <a:buNone/>
                      </a:pPr>
                      <a:r>
                        <a:rPr lang="en-GB" sz="1200"/>
                        <a:t>0.7828</a:t>
                      </a:r>
                    </a:p>
                  </a:txBody>
                  <a:tcPr marL="87027" marR="87027" marT="43513" marB="43513" anchor="ctr"/>
                </a:tc>
                <a:tc>
                  <a:txBody>
                    <a:bodyPr/>
                    <a:lstStyle/>
                    <a:p>
                      <a:pPr>
                        <a:buNone/>
                      </a:pPr>
                      <a:r>
                        <a:rPr lang="en-GB" sz="1200"/>
                        <a:t>1.2809</a:t>
                      </a:r>
                    </a:p>
                  </a:txBody>
                  <a:tcPr marL="87027" marR="87027" marT="43513" marB="43513" anchor="ctr"/>
                </a:tc>
                <a:tc>
                  <a:txBody>
                    <a:bodyPr/>
                    <a:lstStyle/>
                    <a:p>
                      <a:pPr>
                        <a:buNone/>
                      </a:pPr>
                      <a:r>
                        <a:rPr lang="en-GB" sz="1200"/>
                        <a:t>0.99156</a:t>
                      </a:r>
                    </a:p>
                  </a:txBody>
                  <a:tcPr marL="87027" marR="87027" marT="43513" marB="43513" anchor="ctr"/>
                </a:tc>
                <a:extLst>
                  <a:ext uri="{0D108BD9-81ED-4DB2-BD59-A6C34878D82A}">
                    <a16:rowId xmlns:a16="http://schemas.microsoft.com/office/drawing/2014/main" val="3124444147"/>
                  </a:ext>
                </a:extLst>
              </a:tr>
              <a:tr h="298956">
                <a:tc>
                  <a:txBody>
                    <a:bodyPr/>
                    <a:lstStyle/>
                    <a:p>
                      <a:pPr>
                        <a:buNone/>
                      </a:pPr>
                      <a:r>
                        <a:rPr lang="en-GB" sz="1200"/>
                        <a:t>agedon</a:t>
                      </a:r>
                    </a:p>
                  </a:txBody>
                  <a:tcPr marL="87027" marR="87027" marT="43513" marB="43513" anchor="ctr"/>
                </a:tc>
                <a:tc>
                  <a:txBody>
                    <a:bodyPr/>
                    <a:lstStyle/>
                    <a:p>
                      <a:pPr>
                        <a:buNone/>
                      </a:pPr>
                      <a:r>
                        <a:rPr lang="en-GB" sz="1200"/>
                        <a:t>1.0142</a:t>
                      </a:r>
                    </a:p>
                  </a:txBody>
                  <a:tcPr marL="87027" marR="87027" marT="43513" marB="43513" anchor="ctr"/>
                </a:tc>
                <a:tc>
                  <a:txBody>
                    <a:bodyPr/>
                    <a:lstStyle/>
                    <a:p>
                      <a:pPr>
                        <a:buNone/>
                      </a:pPr>
                      <a:r>
                        <a:rPr lang="en-GB" sz="1200"/>
                        <a:t>1.0062</a:t>
                      </a:r>
                    </a:p>
                  </a:txBody>
                  <a:tcPr marL="87027" marR="87027" marT="43513" marB="43513" anchor="ctr"/>
                </a:tc>
                <a:tc>
                  <a:txBody>
                    <a:bodyPr/>
                    <a:lstStyle/>
                    <a:p>
                      <a:pPr>
                        <a:buNone/>
                      </a:pPr>
                      <a:r>
                        <a:rPr lang="en-GB" sz="1200"/>
                        <a:t>1.0222</a:t>
                      </a:r>
                    </a:p>
                  </a:txBody>
                  <a:tcPr marL="87027" marR="87027" marT="43513" marB="43513" anchor="ctr"/>
                </a:tc>
                <a:tc>
                  <a:txBody>
                    <a:bodyPr/>
                    <a:lstStyle/>
                    <a:p>
                      <a:pPr>
                        <a:buNone/>
                      </a:pPr>
                      <a:r>
                        <a:rPr lang="en-GB" sz="1200"/>
                        <a:t>0.000446</a:t>
                      </a:r>
                    </a:p>
                  </a:txBody>
                  <a:tcPr marL="87027" marR="87027" marT="43513" marB="43513" anchor="ctr"/>
                </a:tc>
                <a:extLst>
                  <a:ext uri="{0D108BD9-81ED-4DB2-BD59-A6C34878D82A}">
                    <a16:rowId xmlns:a16="http://schemas.microsoft.com/office/drawing/2014/main" val="2941079683"/>
                  </a:ext>
                </a:extLst>
              </a:tr>
              <a:tr h="298956">
                <a:tc>
                  <a:txBody>
                    <a:bodyPr/>
                    <a:lstStyle/>
                    <a:p>
                      <a:pPr>
                        <a:buNone/>
                      </a:pPr>
                      <a:r>
                        <a:rPr lang="en-GB" sz="1200"/>
                        <a:t>retrans</a:t>
                      </a:r>
                    </a:p>
                  </a:txBody>
                  <a:tcPr marL="87027" marR="87027" marT="43513" marB="43513" anchor="ctr"/>
                </a:tc>
                <a:tc>
                  <a:txBody>
                    <a:bodyPr/>
                    <a:lstStyle/>
                    <a:p>
                      <a:pPr>
                        <a:buNone/>
                      </a:pPr>
                      <a:r>
                        <a:rPr lang="en-GB" sz="1200"/>
                        <a:t>1.0046</a:t>
                      </a:r>
                    </a:p>
                  </a:txBody>
                  <a:tcPr marL="87027" marR="87027" marT="43513" marB="43513" anchor="ctr"/>
                </a:tc>
                <a:tc>
                  <a:txBody>
                    <a:bodyPr/>
                    <a:lstStyle/>
                    <a:p>
                      <a:pPr>
                        <a:buNone/>
                      </a:pPr>
                      <a:r>
                        <a:rPr lang="en-GB" sz="1200"/>
                        <a:t>0.6944</a:t>
                      </a:r>
                    </a:p>
                  </a:txBody>
                  <a:tcPr marL="87027" marR="87027" marT="43513" marB="43513" anchor="ctr"/>
                </a:tc>
                <a:tc>
                  <a:txBody>
                    <a:bodyPr/>
                    <a:lstStyle/>
                    <a:p>
                      <a:pPr>
                        <a:buNone/>
                      </a:pPr>
                      <a:r>
                        <a:rPr lang="en-GB" sz="1200"/>
                        <a:t>1.4533</a:t>
                      </a:r>
                    </a:p>
                  </a:txBody>
                  <a:tcPr marL="87027" marR="87027" marT="43513" marB="43513" anchor="ctr"/>
                </a:tc>
                <a:tc>
                  <a:txBody>
                    <a:bodyPr/>
                    <a:lstStyle/>
                    <a:p>
                      <a:pPr>
                        <a:buNone/>
                      </a:pPr>
                      <a:r>
                        <a:rPr lang="en-GB" sz="1200"/>
                        <a:t>0.98057</a:t>
                      </a:r>
                    </a:p>
                  </a:txBody>
                  <a:tcPr marL="87027" marR="87027" marT="43513" marB="43513" anchor="ctr"/>
                </a:tc>
                <a:extLst>
                  <a:ext uri="{0D108BD9-81ED-4DB2-BD59-A6C34878D82A}">
                    <a16:rowId xmlns:a16="http://schemas.microsoft.com/office/drawing/2014/main" val="2041562174"/>
                  </a:ext>
                </a:extLst>
              </a:tr>
            </a:tbl>
          </a:graphicData>
        </a:graphic>
      </p:graphicFrame>
    </p:spTree>
    <p:extLst>
      <p:ext uri="{BB962C8B-B14F-4D97-AF65-F5344CB8AC3E}">
        <p14:creationId xmlns:p14="http://schemas.microsoft.com/office/powerpoint/2010/main" val="267462950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11F4A97-0031-86AC-BDB9-426416B4E437}"/>
            </a:ext>
          </a:extLst>
        </p:cNvPr>
        <p:cNvGrpSpPr/>
        <p:nvPr/>
      </p:nvGrpSpPr>
      <p:grpSpPr>
        <a:xfrm>
          <a:off x="0" y="0"/>
          <a:ext cx="0" cy="0"/>
          <a:chOff x="0" y="0"/>
          <a:chExt cx="0" cy="0"/>
        </a:xfrm>
      </p:grpSpPr>
      <p:sp>
        <p:nvSpPr>
          <p:cNvPr id="2" name="Titel 1">
            <a:extLst>
              <a:ext uri="{FF2B5EF4-FFF2-40B4-BE49-F238E27FC236}">
                <a16:creationId xmlns:a16="http://schemas.microsoft.com/office/drawing/2014/main" id="{0BE78974-C578-6AFF-C0E8-DFD544509090}"/>
              </a:ext>
            </a:extLst>
          </p:cNvPr>
          <p:cNvSpPr>
            <a:spLocks noGrp="1"/>
          </p:cNvSpPr>
          <p:nvPr>
            <p:ph type="title"/>
          </p:nvPr>
        </p:nvSpPr>
        <p:spPr>
          <a:xfrm>
            <a:off x="1045091" y="0"/>
            <a:ext cx="9779183" cy="1570038"/>
          </a:xfrm>
        </p:spPr>
        <p:txBody>
          <a:bodyPr/>
          <a:lstStyle/>
          <a:p>
            <a:r>
              <a:rPr lang="nl-NL">
                <a:solidFill>
                  <a:srgbClr val="000000"/>
                </a:solidFill>
                <a:ea typeface="+mj-lt"/>
                <a:cs typeface="+mj-lt"/>
              </a:rPr>
              <a:t>Cox </a:t>
            </a:r>
            <a:r>
              <a:rPr lang="nl-NL" err="1">
                <a:solidFill>
                  <a:srgbClr val="000000"/>
                </a:solidFill>
                <a:ea typeface="+mj-lt"/>
                <a:cs typeface="+mj-lt"/>
              </a:rPr>
              <a:t>regression</a:t>
            </a:r>
            <a:r>
              <a:rPr lang="nl-NL">
                <a:solidFill>
                  <a:srgbClr val="000000"/>
                </a:solidFill>
                <a:ea typeface="+mj-lt"/>
                <a:cs typeface="+mj-lt"/>
              </a:rPr>
              <a:t> </a:t>
            </a:r>
            <a:br>
              <a:rPr lang="nl-NL">
                <a:solidFill>
                  <a:srgbClr val="000000"/>
                </a:solidFill>
                <a:ea typeface="+mj-lt"/>
                <a:cs typeface="+mj-lt"/>
              </a:rPr>
            </a:br>
            <a:r>
              <a:rPr kumimoji="0" lang="en-US" sz="2800" b="0" i="0" u="none" strike="noStrike" kern="1200" cap="none" spc="0" normalizeH="0" baseline="0" noProof="0">
                <a:ln>
                  <a:noFill/>
                </a:ln>
                <a:solidFill>
                  <a:prstClr val="black"/>
                </a:solidFill>
                <a:effectLst/>
                <a:uLnTx/>
                <a:uFillTx/>
                <a:latin typeface="Tenorite"/>
                <a:ea typeface="+mj-ea"/>
                <a:cs typeface="+mj-cs"/>
              </a:rPr>
              <a:t>Time dependent covariates</a:t>
            </a:r>
            <a:endParaRPr lang="nl-NL"/>
          </a:p>
        </p:txBody>
      </p:sp>
      <p:sp>
        <p:nvSpPr>
          <p:cNvPr id="3" name="Tijdelijke aanduiding voor inhoud 2">
            <a:extLst>
              <a:ext uri="{FF2B5EF4-FFF2-40B4-BE49-F238E27FC236}">
                <a16:creationId xmlns:a16="http://schemas.microsoft.com/office/drawing/2014/main" id="{C94E4032-5E27-33B9-B2D6-2A3009D12489}"/>
              </a:ext>
            </a:extLst>
          </p:cNvPr>
          <p:cNvSpPr>
            <a:spLocks noGrp="1"/>
          </p:cNvSpPr>
          <p:nvPr>
            <p:ph idx="1"/>
          </p:nvPr>
        </p:nvSpPr>
        <p:spPr>
          <a:xfrm>
            <a:off x="1045091" y="1615008"/>
            <a:ext cx="5050909" cy="4131742"/>
          </a:xfrm>
        </p:spPr>
        <p:txBody>
          <a:bodyPr vert="horz" lIns="91440" tIns="45720" rIns="91440" bIns="45720" rtlCol="0" anchor="t">
            <a:noAutofit/>
          </a:bodyPr>
          <a:lstStyle/>
          <a:p>
            <a:r>
              <a:rPr lang="en-GB" sz="1600">
                <a:ea typeface="+mn-lt"/>
                <a:cs typeface="+mn-lt"/>
              </a:rPr>
              <a:t>Table 3 presents the pooled hazard ratios from the t Cox model for graft failure with time-dependent </a:t>
            </a:r>
            <a:r>
              <a:rPr lang="en-GB" sz="1600" err="1">
                <a:ea typeface="+mn-lt"/>
                <a:cs typeface="+mn-lt"/>
              </a:rPr>
              <a:t>gft</a:t>
            </a:r>
            <a:r>
              <a:rPr lang="en-GB" sz="1600">
                <a:ea typeface="+mn-lt"/>
                <a:cs typeface="+mn-lt"/>
              </a:rPr>
              <a:t>, </a:t>
            </a:r>
            <a:r>
              <a:rPr lang="en-GB" sz="1600" err="1">
                <a:ea typeface="+mn-lt"/>
                <a:cs typeface="+mn-lt"/>
              </a:rPr>
              <a:t>screat</a:t>
            </a:r>
            <a:r>
              <a:rPr lang="en-GB" sz="1600">
                <a:ea typeface="+mn-lt"/>
                <a:cs typeface="+mn-lt"/>
              </a:rPr>
              <a:t> (</a:t>
            </a:r>
            <a:r>
              <a:rPr lang="en-GB" sz="1600"/>
              <a:t>serum creatinine</a:t>
            </a:r>
            <a:r>
              <a:rPr lang="en-GB" sz="1600">
                <a:ea typeface="+mn-lt"/>
                <a:cs typeface="+mn-lt"/>
              </a:rPr>
              <a:t>) and map included. </a:t>
            </a:r>
            <a:r>
              <a:rPr lang="en-GB" sz="1600"/>
              <a:t>Among the dynamic biomarkers,</a:t>
            </a:r>
            <a:r>
              <a:rPr lang="en-GB" sz="1600">
                <a:ea typeface="+mn-lt"/>
                <a:cs typeface="+mn-lt"/>
              </a:rPr>
              <a:t> all 3 </a:t>
            </a:r>
            <a:r>
              <a:rPr lang="en-GB" sz="1600"/>
              <a:t>were statistically significant predictors of graft failure.</a:t>
            </a:r>
          </a:p>
          <a:p>
            <a:r>
              <a:rPr lang="en-GB" sz="1600">
                <a:ea typeface="+mn-lt"/>
                <a:cs typeface="+mn-lt"/>
              </a:rPr>
              <a:t>The results show that </a:t>
            </a:r>
            <a:r>
              <a:rPr lang="en-GB" sz="1600" err="1">
                <a:ea typeface="+mn-lt"/>
                <a:cs typeface="+mn-lt"/>
              </a:rPr>
              <a:t>screat</a:t>
            </a:r>
            <a:r>
              <a:rPr lang="en-GB" sz="1600">
                <a:ea typeface="+mn-lt"/>
                <a:cs typeface="+mn-lt"/>
              </a:rPr>
              <a:t> (HR = 1.004) and map (HR = 1.004) </a:t>
            </a:r>
            <a:r>
              <a:rPr lang="en-GB" sz="1600"/>
              <a:t>are associated with a higher hazard of graft loss, indicating that increases in creatinine and higher blood pressure increase the hazard of graft loss. GFR(t) was protective (HR = 0.979), meaning that higher contemporaneous GFR reduces the risk of graft failure. </a:t>
            </a:r>
          </a:p>
          <a:p>
            <a:r>
              <a:rPr lang="en-GB" sz="1600"/>
              <a:t>Notably, several baseline predictors that were significant in the baseline model became weaker and lost significance in the time-dependent model. </a:t>
            </a:r>
            <a:r>
              <a:rPr lang="en-GB" sz="1600" err="1"/>
              <a:t>Age_at_tx</a:t>
            </a:r>
            <a:r>
              <a:rPr lang="en-GB" sz="1600"/>
              <a:t> and haemodialysis in a centre remained significant baseline predictors after adjustment for biomarker trajectories.</a:t>
            </a:r>
          </a:p>
        </p:txBody>
      </p:sp>
      <p:sp>
        <p:nvSpPr>
          <p:cNvPr id="4" name="Tekstvak 3">
            <a:extLst>
              <a:ext uri="{FF2B5EF4-FFF2-40B4-BE49-F238E27FC236}">
                <a16:creationId xmlns:a16="http://schemas.microsoft.com/office/drawing/2014/main" id="{F12AE940-5496-B8AA-9B4E-CE64353655FE}"/>
              </a:ext>
            </a:extLst>
          </p:cNvPr>
          <p:cNvSpPr txBox="1"/>
          <p:nvPr/>
        </p:nvSpPr>
        <p:spPr>
          <a:xfrm>
            <a:off x="6369050" y="6366238"/>
            <a:ext cx="5154780" cy="52322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400">
                <a:latin typeface="Tenorite"/>
                <a:ea typeface="Google Sans Text"/>
                <a:cs typeface="Google Sans Text"/>
              </a:rPr>
              <a:t>Table 3 –</a:t>
            </a:r>
            <a:r>
              <a:rPr lang="en-US" sz="1400">
                <a:ea typeface="Google Sans Text"/>
                <a:cs typeface="Google Sans Text"/>
              </a:rPr>
              <a:t> Cox regression </a:t>
            </a:r>
            <a:r>
              <a:rPr lang="en-US" sz="1400">
                <a:ea typeface="+mn-lt"/>
                <a:cs typeface="+mn-lt"/>
              </a:rPr>
              <a:t>analysis including time dependent covariates</a:t>
            </a:r>
            <a:endParaRPr lang="nl-NL" sz="1400"/>
          </a:p>
        </p:txBody>
      </p:sp>
      <p:sp>
        <p:nvSpPr>
          <p:cNvPr id="7" name="Rechthoek 6">
            <a:extLst>
              <a:ext uri="{FF2B5EF4-FFF2-40B4-BE49-F238E27FC236}">
                <a16:creationId xmlns:a16="http://schemas.microsoft.com/office/drawing/2014/main" id="{F1D2D08C-8356-88F8-83FF-F7517998F5BE}"/>
              </a:ext>
            </a:extLst>
          </p:cNvPr>
          <p:cNvSpPr/>
          <p:nvPr/>
        </p:nvSpPr>
        <p:spPr>
          <a:xfrm>
            <a:off x="10398732" y="0"/>
            <a:ext cx="1793268" cy="1682750"/>
          </a:xfrm>
          <a:prstGeom prst="rect">
            <a:avLst/>
          </a:prstGeom>
          <a:solidFill>
            <a:srgbClr val="E9E5D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graphicFrame>
        <p:nvGraphicFramePr>
          <p:cNvPr id="6" name="Tabel 5">
            <a:extLst>
              <a:ext uri="{FF2B5EF4-FFF2-40B4-BE49-F238E27FC236}">
                <a16:creationId xmlns:a16="http://schemas.microsoft.com/office/drawing/2014/main" id="{AB252253-1C2A-EBF5-5A9A-2221DBD0D478}"/>
              </a:ext>
            </a:extLst>
          </p:cNvPr>
          <p:cNvGraphicFramePr>
            <a:graphicFrameLocks noGrp="1"/>
          </p:cNvGraphicFramePr>
          <p:nvPr>
            <p:extLst>
              <p:ext uri="{D42A27DB-BD31-4B8C-83A1-F6EECF244321}">
                <p14:modId xmlns:p14="http://schemas.microsoft.com/office/powerpoint/2010/main" val="812454300"/>
              </p:ext>
            </p:extLst>
          </p:nvPr>
        </p:nvGraphicFramePr>
        <p:xfrm>
          <a:off x="6369050" y="660400"/>
          <a:ext cx="5154780" cy="5705838"/>
        </p:xfrm>
        <a:graphic>
          <a:graphicData uri="http://schemas.openxmlformats.org/drawingml/2006/table">
            <a:tbl>
              <a:tblPr firstRow="1" bandRow="1">
                <a:tableStyleId>{9D7B26C5-4107-4FEC-AEDC-1716B250A1EF}</a:tableStyleId>
              </a:tblPr>
              <a:tblGrid>
                <a:gridCol w="1030956">
                  <a:extLst>
                    <a:ext uri="{9D8B030D-6E8A-4147-A177-3AD203B41FA5}">
                      <a16:colId xmlns:a16="http://schemas.microsoft.com/office/drawing/2014/main" val="1753015091"/>
                    </a:ext>
                  </a:extLst>
                </a:gridCol>
                <a:gridCol w="1030956">
                  <a:extLst>
                    <a:ext uri="{9D8B030D-6E8A-4147-A177-3AD203B41FA5}">
                      <a16:colId xmlns:a16="http://schemas.microsoft.com/office/drawing/2014/main" val="3326150035"/>
                    </a:ext>
                  </a:extLst>
                </a:gridCol>
                <a:gridCol w="1030956">
                  <a:extLst>
                    <a:ext uri="{9D8B030D-6E8A-4147-A177-3AD203B41FA5}">
                      <a16:colId xmlns:a16="http://schemas.microsoft.com/office/drawing/2014/main" val="1573309097"/>
                    </a:ext>
                  </a:extLst>
                </a:gridCol>
                <a:gridCol w="1030956">
                  <a:extLst>
                    <a:ext uri="{9D8B030D-6E8A-4147-A177-3AD203B41FA5}">
                      <a16:colId xmlns:a16="http://schemas.microsoft.com/office/drawing/2014/main" val="654294075"/>
                    </a:ext>
                  </a:extLst>
                </a:gridCol>
                <a:gridCol w="1030956">
                  <a:extLst>
                    <a:ext uri="{9D8B030D-6E8A-4147-A177-3AD203B41FA5}">
                      <a16:colId xmlns:a16="http://schemas.microsoft.com/office/drawing/2014/main" val="2724546918"/>
                    </a:ext>
                  </a:extLst>
                </a:gridCol>
              </a:tblGrid>
              <a:tr h="499473">
                <a:tc>
                  <a:txBody>
                    <a:bodyPr/>
                    <a:lstStyle/>
                    <a:p>
                      <a:pPr>
                        <a:buNone/>
                      </a:pPr>
                      <a:r>
                        <a:rPr lang="en-GB" sz="1400"/>
                        <a:t>Variable</a:t>
                      </a:r>
                    </a:p>
                  </a:txBody>
                  <a:tcPr marL="70183" marR="70183" marT="35091" marB="35091" anchor="ctr"/>
                </a:tc>
                <a:tc>
                  <a:txBody>
                    <a:bodyPr/>
                    <a:lstStyle/>
                    <a:p>
                      <a:pPr>
                        <a:buNone/>
                      </a:pPr>
                      <a:r>
                        <a:rPr lang="en-GB" sz="1400"/>
                        <a:t>HR</a:t>
                      </a:r>
                    </a:p>
                  </a:txBody>
                  <a:tcPr marL="70183" marR="70183" marT="35091" marB="35091" anchor="ctr"/>
                </a:tc>
                <a:tc>
                  <a:txBody>
                    <a:bodyPr/>
                    <a:lstStyle/>
                    <a:p>
                      <a:pPr>
                        <a:buNone/>
                      </a:pPr>
                      <a:r>
                        <a:rPr lang="en-GB" sz="1400"/>
                        <a:t>Lower 95% CI</a:t>
                      </a:r>
                    </a:p>
                  </a:txBody>
                  <a:tcPr marL="70183" marR="70183" marT="35091" marB="35091" anchor="ctr"/>
                </a:tc>
                <a:tc>
                  <a:txBody>
                    <a:bodyPr/>
                    <a:lstStyle/>
                    <a:p>
                      <a:pPr>
                        <a:buNone/>
                      </a:pPr>
                      <a:r>
                        <a:rPr lang="en-GB" sz="1400"/>
                        <a:t>Upper 95% CI</a:t>
                      </a:r>
                    </a:p>
                  </a:txBody>
                  <a:tcPr marL="70183" marR="70183" marT="35091" marB="35091" anchor="ctr"/>
                </a:tc>
                <a:tc>
                  <a:txBody>
                    <a:bodyPr/>
                    <a:lstStyle/>
                    <a:p>
                      <a:pPr>
                        <a:buNone/>
                      </a:pPr>
                      <a:r>
                        <a:rPr lang="en-GB" sz="1400"/>
                        <a:t>p-value</a:t>
                      </a:r>
                    </a:p>
                  </a:txBody>
                  <a:tcPr marL="70183" marR="70183" marT="35091" marB="35091" anchor="ctr"/>
                </a:tc>
                <a:extLst>
                  <a:ext uri="{0D108BD9-81ED-4DB2-BD59-A6C34878D82A}">
                    <a16:rowId xmlns:a16="http://schemas.microsoft.com/office/drawing/2014/main" val="711612155"/>
                  </a:ext>
                </a:extLst>
              </a:tr>
              <a:tr h="285009">
                <a:tc>
                  <a:txBody>
                    <a:bodyPr/>
                    <a:lstStyle/>
                    <a:p>
                      <a:pPr>
                        <a:buNone/>
                      </a:pPr>
                      <a:r>
                        <a:rPr lang="en-GB" sz="1400" err="1"/>
                        <a:t>age_at_tx</a:t>
                      </a:r>
                      <a:endParaRPr lang="en-GB" sz="1400"/>
                    </a:p>
                  </a:txBody>
                  <a:tcPr marL="70183" marR="70183" marT="35091" marB="35091" anchor="ctr"/>
                </a:tc>
                <a:tc>
                  <a:txBody>
                    <a:bodyPr/>
                    <a:lstStyle/>
                    <a:p>
                      <a:pPr>
                        <a:buNone/>
                      </a:pPr>
                      <a:r>
                        <a:rPr lang="en-GB" sz="1400"/>
                        <a:t>1.0368</a:t>
                      </a:r>
                    </a:p>
                  </a:txBody>
                  <a:tcPr marL="70183" marR="70183" marT="35091" marB="35091" anchor="ctr"/>
                </a:tc>
                <a:tc>
                  <a:txBody>
                    <a:bodyPr/>
                    <a:lstStyle/>
                    <a:p>
                      <a:pPr>
                        <a:buNone/>
                      </a:pPr>
                      <a:r>
                        <a:rPr lang="en-GB" sz="1400"/>
                        <a:t>1.0252</a:t>
                      </a:r>
                    </a:p>
                  </a:txBody>
                  <a:tcPr marL="70183" marR="70183" marT="35091" marB="35091" anchor="ctr"/>
                </a:tc>
                <a:tc>
                  <a:txBody>
                    <a:bodyPr/>
                    <a:lstStyle/>
                    <a:p>
                      <a:pPr>
                        <a:buNone/>
                      </a:pPr>
                      <a:r>
                        <a:rPr lang="en-GB" sz="1400"/>
                        <a:t>1.0486</a:t>
                      </a:r>
                    </a:p>
                  </a:txBody>
                  <a:tcPr marL="70183" marR="70183" marT="35091" marB="35091" anchor="ctr"/>
                </a:tc>
                <a:tc>
                  <a:txBody>
                    <a:bodyPr/>
                    <a:lstStyle/>
                    <a:p>
                      <a:pPr>
                        <a:buNone/>
                      </a:pPr>
                      <a:r>
                        <a:rPr lang="en-GB" sz="1400"/>
                        <a:t>2.84×10⁻¹⁰</a:t>
                      </a:r>
                    </a:p>
                  </a:txBody>
                  <a:tcPr marL="70183" marR="70183" marT="35091" marB="35091" anchor="ctr"/>
                </a:tc>
                <a:extLst>
                  <a:ext uri="{0D108BD9-81ED-4DB2-BD59-A6C34878D82A}">
                    <a16:rowId xmlns:a16="http://schemas.microsoft.com/office/drawing/2014/main" val="2538317855"/>
                  </a:ext>
                </a:extLst>
              </a:tr>
              <a:tr h="499473">
                <a:tc>
                  <a:txBody>
                    <a:bodyPr/>
                    <a:lstStyle/>
                    <a:p>
                      <a:pPr>
                        <a:buNone/>
                      </a:pPr>
                      <a:r>
                        <a:rPr lang="en-GB" sz="1400"/>
                        <a:t>sex_pat: male</a:t>
                      </a:r>
                    </a:p>
                  </a:txBody>
                  <a:tcPr marL="70183" marR="70183" marT="35091" marB="35091" anchor="ctr"/>
                </a:tc>
                <a:tc>
                  <a:txBody>
                    <a:bodyPr/>
                    <a:lstStyle/>
                    <a:p>
                      <a:pPr>
                        <a:buNone/>
                      </a:pPr>
                      <a:r>
                        <a:rPr lang="en-GB" sz="1400"/>
                        <a:t>1.0682</a:t>
                      </a:r>
                    </a:p>
                  </a:txBody>
                  <a:tcPr marL="70183" marR="70183" marT="35091" marB="35091" anchor="ctr"/>
                </a:tc>
                <a:tc>
                  <a:txBody>
                    <a:bodyPr/>
                    <a:lstStyle/>
                    <a:p>
                      <a:pPr>
                        <a:buNone/>
                      </a:pPr>
                      <a:r>
                        <a:rPr lang="en-GB" sz="1400"/>
                        <a:t>0.8061</a:t>
                      </a:r>
                    </a:p>
                  </a:txBody>
                  <a:tcPr marL="70183" marR="70183" marT="35091" marB="35091" anchor="ctr"/>
                </a:tc>
                <a:tc>
                  <a:txBody>
                    <a:bodyPr/>
                    <a:lstStyle/>
                    <a:p>
                      <a:pPr>
                        <a:buNone/>
                      </a:pPr>
                      <a:r>
                        <a:rPr lang="en-GB" sz="1400"/>
                        <a:t>1.4155</a:t>
                      </a:r>
                    </a:p>
                  </a:txBody>
                  <a:tcPr marL="70183" marR="70183" marT="35091" marB="35091" anchor="ctr"/>
                </a:tc>
                <a:tc>
                  <a:txBody>
                    <a:bodyPr/>
                    <a:lstStyle/>
                    <a:p>
                      <a:pPr>
                        <a:buNone/>
                      </a:pPr>
                      <a:r>
                        <a:rPr lang="en-GB" sz="1400"/>
                        <a:t>0.6462</a:t>
                      </a:r>
                    </a:p>
                  </a:txBody>
                  <a:tcPr marL="70183" marR="70183" marT="35091" marB="35091" anchor="ctr"/>
                </a:tc>
                <a:extLst>
                  <a:ext uri="{0D108BD9-81ED-4DB2-BD59-A6C34878D82A}">
                    <a16:rowId xmlns:a16="http://schemas.microsoft.com/office/drawing/2014/main" val="4082101037"/>
                  </a:ext>
                </a:extLst>
              </a:tr>
              <a:tr h="285009">
                <a:tc>
                  <a:txBody>
                    <a:bodyPr/>
                    <a:lstStyle/>
                    <a:p>
                      <a:pPr>
                        <a:buNone/>
                      </a:pPr>
                      <a:r>
                        <a:rPr lang="en-GB" sz="1400"/>
                        <a:t>bmi</a:t>
                      </a:r>
                    </a:p>
                  </a:txBody>
                  <a:tcPr marL="70183" marR="70183" marT="35091" marB="35091" anchor="ctr"/>
                </a:tc>
                <a:tc>
                  <a:txBody>
                    <a:bodyPr/>
                    <a:lstStyle/>
                    <a:p>
                      <a:pPr>
                        <a:buNone/>
                      </a:pPr>
                      <a:r>
                        <a:rPr lang="en-GB" sz="1400"/>
                        <a:t>1.0030</a:t>
                      </a:r>
                    </a:p>
                  </a:txBody>
                  <a:tcPr marL="70183" marR="70183" marT="35091" marB="35091" anchor="ctr"/>
                </a:tc>
                <a:tc>
                  <a:txBody>
                    <a:bodyPr/>
                    <a:lstStyle/>
                    <a:p>
                      <a:pPr>
                        <a:buNone/>
                      </a:pPr>
                      <a:r>
                        <a:rPr lang="en-GB" sz="1400"/>
                        <a:t>0.9673</a:t>
                      </a:r>
                    </a:p>
                  </a:txBody>
                  <a:tcPr marL="70183" marR="70183" marT="35091" marB="35091" anchor="ctr"/>
                </a:tc>
                <a:tc>
                  <a:txBody>
                    <a:bodyPr/>
                    <a:lstStyle/>
                    <a:p>
                      <a:pPr>
                        <a:buNone/>
                      </a:pPr>
                      <a:r>
                        <a:rPr lang="en-GB" sz="1400"/>
                        <a:t>1.0400</a:t>
                      </a:r>
                    </a:p>
                  </a:txBody>
                  <a:tcPr marL="70183" marR="70183" marT="35091" marB="35091" anchor="ctr"/>
                </a:tc>
                <a:tc>
                  <a:txBody>
                    <a:bodyPr/>
                    <a:lstStyle/>
                    <a:p>
                      <a:pPr>
                        <a:buNone/>
                      </a:pPr>
                      <a:r>
                        <a:rPr lang="en-GB" sz="1400"/>
                        <a:t>0.8715</a:t>
                      </a:r>
                    </a:p>
                  </a:txBody>
                  <a:tcPr marL="70183" marR="70183" marT="35091" marB="35091" anchor="ctr"/>
                </a:tc>
                <a:extLst>
                  <a:ext uri="{0D108BD9-81ED-4DB2-BD59-A6C34878D82A}">
                    <a16:rowId xmlns:a16="http://schemas.microsoft.com/office/drawing/2014/main" val="3039869951"/>
                  </a:ext>
                </a:extLst>
              </a:tr>
              <a:tr h="713937">
                <a:tc>
                  <a:txBody>
                    <a:bodyPr/>
                    <a:lstStyle/>
                    <a:p>
                      <a:pPr>
                        <a:buNone/>
                      </a:pPr>
                      <a:r>
                        <a:rPr lang="en-GB" sz="1400"/>
                        <a:t>type_dia: geen dialyse</a:t>
                      </a:r>
                    </a:p>
                  </a:txBody>
                  <a:tcPr marL="70183" marR="70183" marT="35091" marB="35091" anchor="ctr"/>
                </a:tc>
                <a:tc>
                  <a:txBody>
                    <a:bodyPr/>
                    <a:lstStyle/>
                    <a:p>
                      <a:pPr>
                        <a:buNone/>
                      </a:pPr>
                      <a:r>
                        <a:rPr lang="en-GB" sz="1400"/>
                        <a:t>0.8512</a:t>
                      </a:r>
                    </a:p>
                  </a:txBody>
                  <a:tcPr marL="70183" marR="70183" marT="35091" marB="35091" anchor="ctr"/>
                </a:tc>
                <a:tc>
                  <a:txBody>
                    <a:bodyPr/>
                    <a:lstStyle/>
                    <a:p>
                      <a:pPr>
                        <a:buNone/>
                      </a:pPr>
                      <a:r>
                        <a:rPr lang="en-GB" sz="1400"/>
                        <a:t>0.4772</a:t>
                      </a:r>
                    </a:p>
                  </a:txBody>
                  <a:tcPr marL="70183" marR="70183" marT="35091" marB="35091" anchor="ctr"/>
                </a:tc>
                <a:tc>
                  <a:txBody>
                    <a:bodyPr/>
                    <a:lstStyle/>
                    <a:p>
                      <a:pPr>
                        <a:buNone/>
                      </a:pPr>
                      <a:r>
                        <a:rPr lang="en-GB" sz="1400"/>
                        <a:t>1.5185</a:t>
                      </a:r>
                    </a:p>
                  </a:txBody>
                  <a:tcPr marL="70183" marR="70183" marT="35091" marB="35091" anchor="ctr"/>
                </a:tc>
                <a:tc>
                  <a:txBody>
                    <a:bodyPr/>
                    <a:lstStyle/>
                    <a:p>
                      <a:pPr>
                        <a:buNone/>
                      </a:pPr>
                      <a:r>
                        <a:rPr lang="en-GB" sz="1400"/>
                        <a:t>0.5855</a:t>
                      </a:r>
                    </a:p>
                  </a:txBody>
                  <a:tcPr marL="70183" marR="70183" marT="35091" marB="35091" anchor="ctr"/>
                </a:tc>
                <a:extLst>
                  <a:ext uri="{0D108BD9-81ED-4DB2-BD59-A6C34878D82A}">
                    <a16:rowId xmlns:a16="http://schemas.microsoft.com/office/drawing/2014/main" val="2619887270"/>
                  </a:ext>
                </a:extLst>
              </a:tr>
              <a:tr h="713937">
                <a:tc>
                  <a:txBody>
                    <a:bodyPr/>
                    <a:lstStyle/>
                    <a:p>
                      <a:pPr>
                        <a:buNone/>
                      </a:pPr>
                      <a:r>
                        <a:rPr lang="en-GB" sz="1400"/>
                        <a:t>type_dia: HD centrum</a:t>
                      </a:r>
                    </a:p>
                  </a:txBody>
                  <a:tcPr marL="70183" marR="70183" marT="35091" marB="35091" anchor="ctr"/>
                </a:tc>
                <a:tc>
                  <a:txBody>
                    <a:bodyPr/>
                    <a:lstStyle/>
                    <a:p>
                      <a:pPr>
                        <a:buNone/>
                      </a:pPr>
                      <a:r>
                        <a:rPr lang="en-GB" sz="1400"/>
                        <a:t>1.4946</a:t>
                      </a:r>
                    </a:p>
                  </a:txBody>
                  <a:tcPr marL="70183" marR="70183" marT="35091" marB="35091" anchor="ctr"/>
                </a:tc>
                <a:tc>
                  <a:txBody>
                    <a:bodyPr/>
                    <a:lstStyle/>
                    <a:p>
                      <a:pPr>
                        <a:buNone/>
                      </a:pPr>
                      <a:r>
                        <a:rPr lang="en-GB" sz="1400"/>
                        <a:t>1.1157</a:t>
                      </a:r>
                    </a:p>
                  </a:txBody>
                  <a:tcPr marL="70183" marR="70183" marT="35091" marB="35091" anchor="ctr"/>
                </a:tc>
                <a:tc>
                  <a:txBody>
                    <a:bodyPr/>
                    <a:lstStyle/>
                    <a:p>
                      <a:pPr>
                        <a:buNone/>
                      </a:pPr>
                      <a:r>
                        <a:rPr lang="en-GB" sz="1400"/>
                        <a:t>2.0020</a:t>
                      </a:r>
                    </a:p>
                  </a:txBody>
                  <a:tcPr marL="70183" marR="70183" marT="35091" marB="35091" anchor="ctr"/>
                </a:tc>
                <a:tc>
                  <a:txBody>
                    <a:bodyPr/>
                    <a:lstStyle/>
                    <a:p>
                      <a:pPr>
                        <a:buNone/>
                      </a:pPr>
                      <a:r>
                        <a:rPr lang="en-GB" sz="1400"/>
                        <a:t>0.00706</a:t>
                      </a:r>
                    </a:p>
                  </a:txBody>
                  <a:tcPr marL="70183" marR="70183" marT="35091" marB="35091" anchor="ctr"/>
                </a:tc>
                <a:extLst>
                  <a:ext uri="{0D108BD9-81ED-4DB2-BD59-A6C34878D82A}">
                    <a16:rowId xmlns:a16="http://schemas.microsoft.com/office/drawing/2014/main" val="2677274094"/>
                  </a:ext>
                </a:extLst>
              </a:tr>
              <a:tr h="499473">
                <a:tc>
                  <a:txBody>
                    <a:bodyPr/>
                    <a:lstStyle/>
                    <a:p>
                      <a:pPr>
                        <a:buNone/>
                      </a:pPr>
                      <a:r>
                        <a:rPr lang="en-GB" sz="1400"/>
                        <a:t>type_dia: HD thuis</a:t>
                      </a:r>
                    </a:p>
                  </a:txBody>
                  <a:tcPr marL="70183" marR="70183" marT="35091" marB="35091" anchor="ctr"/>
                </a:tc>
                <a:tc>
                  <a:txBody>
                    <a:bodyPr/>
                    <a:lstStyle/>
                    <a:p>
                      <a:pPr>
                        <a:buNone/>
                      </a:pPr>
                      <a:r>
                        <a:rPr lang="en-GB" sz="1400"/>
                        <a:t>1.3120</a:t>
                      </a:r>
                    </a:p>
                  </a:txBody>
                  <a:tcPr marL="70183" marR="70183" marT="35091" marB="35091" anchor="ctr"/>
                </a:tc>
                <a:tc>
                  <a:txBody>
                    <a:bodyPr/>
                    <a:lstStyle/>
                    <a:p>
                      <a:pPr>
                        <a:buNone/>
                      </a:pPr>
                      <a:r>
                        <a:rPr lang="en-GB" sz="1400"/>
                        <a:t>0.7592</a:t>
                      </a:r>
                    </a:p>
                  </a:txBody>
                  <a:tcPr marL="70183" marR="70183" marT="35091" marB="35091" anchor="ctr"/>
                </a:tc>
                <a:tc>
                  <a:txBody>
                    <a:bodyPr/>
                    <a:lstStyle/>
                    <a:p>
                      <a:pPr>
                        <a:buNone/>
                      </a:pPr>
                      <a:r>
                        <a:rPr lang="en-GB" sz="1400"/>
                        <a:t>2.2672</a:t>
                      </a:r>
                    </a:p>
                  </a:txBody>
                  <a:tcPr marL="70183" marR="70183" marT="35091" marB="35091" anchor="ctr"/>
                </a:tc>
                <a:tc>
                  <a:txBody>
                    <a:bodyPr/>
                    <a:lstStyle/>
                    <a:p>
                      <a:pPr>
                        <a:buNone/>
                      </a:pPr>
                      <a:r>
                        <a:rPr lang="en-GB" sz="1400"/>
                        <a:t>0.3306</a:t>
                      </a:r>
                    </a:p>
                  </a:txBody>
                  <a:tcPr marL="70183" marR="70183" marT="35091" marB="35091" anchor="ctr"/>
                </a:tc>
                <a:extLst>
                  <a:ext uri="{0D108BD9-81ED-4DB2-BD59-A6C34878D82A}">
                    <a16:rowId xmlns:a16="http://schemas.microsoft.com/office/drawing/2014/main" val="2116914439"/>
                  </a:ext>
                </a:extLst>
              </a:tr>
              <a:tr h="285009">
                <a:tc>
                  <a:txBody>
                    <a:bodyPr/>
                    <a:lstStyle/>
                    <a:p>
                      <a:pPr>
                        <a:buNone/>
                      </a:pPr>
                      <a:r>
                        <a:rPr lang="en-GB" sz="1400"/>
                        <a:t>duur_dia</a:t>
                      </a:r>
                    </a:p>
                  </a:txBody>
                  <a:tcPr marL="70183" marR="70183" marT="35091" marB="35091" anchor="ctr"/>
                </a:tc>
                <a:tc>
                  <a:txBody>
                    <a:bodyPr/>
                    <a:lstStyle/>
                    <a:p>
                      <a:pPr>
                        <a:buNone/>
                      </a:pPr>
                      <a:r>
                        <a:rPr lang="en-GB" sz="1400"/>
                        <a:t>1.0008</a:t>
                      </a:r>
                    </a:p>
                  </a:txBody>
                  <a:tcPr marL="70183" marR="70183" marT="35091" marB="35091" anchor="ctr"/>
                </a:tc>
                <a:tc>
                  <a:txBody>
                    <a:bodyPr/>
                    <a:lstStyle/>
                    <a:p>
                      <a:pPr>
                        <a:buNone/>
                      </a:pPr>
                      <a:r>
                        <a:rPr lang="en-GB" sz="1400"/>
                        <a:t>0.9975</a:t>
                      </a:r>
                    </a:p>
                  </a:txBody>
                  <a:tcPr marL="70183" marR="70183" marT="35091" marB="35091" anchor="ctr"/>
                </a:tc>
                <a:tc>
                  <a:txBody>
                    <a:bodyPr/>
                    <a:lstStyle/>
                    <a:p>
                      <a:pPr>
                        <a:buNone/>
                      </a:pPr>
                      <a:r>
                        <a:rPr lang="en-GB" sz="1400"/>
                        <a:t>1.0042</a:t>
                      </a:r>
                    </a:p>
                  </a:txBody>
                  <a:tcPr marL="70183" marR="70183" marT="35091" marB="35091" anchor="ctr"/>
                </a:tc>
                <a:tc>
                  <a:txBody>
                    <a:bodyPr/>
                    <a:lstStyle/>
                    <a:p>
                      <a:pPr>
                        <a:buNone/>
                      </a:pPr>
                      <a:r>
                        <a:rPr lang="en-GB" sz="1400"/>
                        <a:t>0.6231</a:t>
                      </a:r>
                    </a:p>
                  </a:txBody>
                  <a:tcPr marL="70183" marR="70183" marT="35091" marB="35091" anchor="ctr"/>
                </a:tc>
                <a:extLst>
                  <a:ext uri="{0D108BD9-81ED-4DB2-BD59-A6C34878D82A}">
                    <a16:rowId xmlns:a16="http://schemas.microsoft.com/office/drawing/2014/main" val="2855617366"/>
                  </a:ext>
                </a:extLst>
              </a:tr>
              <a:tr h="499473">
                <a:tc>
                  <a:txBody>
                    <a:bodyPr/>
                    <a:lstStyle/>
                    <a:p>
                      <a:pPr>
                        <a:buNone/>
                      </a:pPr>
                      <a:r>
                        <a:rPr lang="en-GB" sz="1400"/>
                        <a:t>sexdon: male</a:t>
                      </a:r>
                    </a:p>
                  </a:txBody>
                  <a:tcPr marL="70183" marR="70183" marT="35091" marB="35091" anchor="ctr"/>
                </a:tc>
                <a:tc>
                  <a:txBody>
                    <a:bodyPr/>
                    <a:lstStyle/>
                    <a:p>
                      <a:pPr>
                        <a:buNone/>
                      </a:pPr>
                      <a:r>
                        <a:rPr lang="en-GB" sz="1400"/>
                        <a:t>1.0810</a:t>
                      </a:r>
                    </a:p>
                  </a:txBody>
                  <a:tcPr marL="70183" marR="70183" marT="35091" marB="35091" anchor="ctr"/>
                </a:tc>
                <a:tc>
                  <a:txBody>
                    <a:bodyPr/>
                    <a:lstStyle/>
                    <a:p>
                      <a:pPr>
                        <a:buNone/>
                      </a:pPr>
                      <a:r>
                        <a:rPr lang="en-GB" sz="1400"/>
                        <a:t>0.8380</a:t>
                      </a:r>
                    </a:p>
                  </a:txBody>
                  <a:tcPr marL="70183" marR="70183" marT="35091" marB="35091" anchor="ctr"/>
                </a:tc>
                <a:tc>
                  <a:txBody>
                    <a:bodyPr/>
                    <a:lstStyle/>
                    <a:p>
                      <a:pPr>
                        <a:buNone/>
                      </a:pPr>
                      <a:r>
                        <a:rPr lang="en-GB" sz="1400"/>
                        <a:t>1.3944</a:t>
                      </a:r>
                    </a:p>
                  </a:txBody>
                  <a:tcPr marL="70183" marR="70183" marT="35091" marB="35091" anchor="ctr"/>
                </a:tc>
                <a:tc>
                  <a:txBody>
                    <a:bodyPr/>
                    <a:lstStyle/>
                    <a:p>
                      <a:pPr>
                        <a:buNone/>
                      </a:pPr>
                      <a:r>
                        <a:rPr lang="en-GB" sz="1400"/>
                        <a:t>0.5488</a:t>
                      </a:r>
                    </a:p>
                  </a:txBody>
                  <a:tcPr marL="70183" marR="70183" marT="35091" marB="35091" anchor="ctr"/>
                </a:tc>
                <a:extLst>
                  <a:ext uri="{0D108BD9-81ED-4DB2-BD59-A6C34878D82A}">
                    <a16:rowId xmlns:a16="http://schemas.microsoft.com/office/drawing/2014/main" val="1676621353"/>
                  </a:ext>
                </a:extLst>
              </a:tr>
              <a:tr h="285009">
                <a:tc>
                  <a:txBody>
                    <a:bodyPr/>
                    <a:lstStyle/>
                    <a:p>
                      <a:pPr>
                        <a:buNone/>
                      </a:pPr>
                      <a:r>
                        <a:rPr lang="en-GB" sz="1400"/>
                        <a:t>agedon</a:t>
                      </a:r>
                    </a:p>
                  </a:txBody>
                  <a:tcPr marL="70183" marR="70183" marT="35091" marB="35091" anchor="ctr"/>
                </a:tc>
                <a:tc>
                  <a:txBody>
                    <a:bodyPr/>
                    <a:lstStyle/>
                    <a:p>
                      <a:pPr>
                        <a:buNone/>
                      </a:pPr>
                      <a:r>
                        <a:rPr lang="en-GB" sz="1400"/>
                        <a:t>0.9972</a:t>
                      </a:r>
                    </a:p>
                  </a:txBody>
                  <a:tcPr marL="70183" marR="70183" marT="35091" marB="35091" anchor="ctr"/>
                </a:tc>
                <a:tc>
                  <a:txBody>
                    <a:bodyPr/>
                    <a:lstStyle/>
                    <a:p>
                      <a:pPr>
                        <a:buNone/>
                      </a:pPr>
                      <a:r>
                        <a:rPr lang="en-GB" sz="1400"/>
                        <a:t>0.9885</a:t>
                      </a:r>
                    </a:p>
                  </a:txBody>
                  <a:tcPr marL="70183" marR="70183" marT="35091" marB="35091" anchor="ctr"/>
                </a:tc>
                <a:tc>
                  <a:txBody>
                    <a:bodyPr/>
                    <a:lstStyle/>
                    <a:p>
                      <a:pPr>
                        <a:buNone/>
                      </a:pPr>
                      <a:r>
                        <a:rPr lang="en-GB" sz="1400"/>
                        <a:t>1.0061</a:t>
                      </a:r>
                    </a:p>
                  </a:txBody>
                  <a:tcPr marL="70183" marR="70183" marT="35091" marB="35091" anchor="ctr"/>
                </a:tc>
                <a:tc>
                  <a:txBody>
                    <a:bodyPr/>
                    <a:lstStyle/>
                    <a:p>
                      <a:pPr>
                        <a:buNone/>
                      </a:pPr>
                      <a:r>
                        <a:rPr lang="en-GB" sz="1400"/>
                        <a:t>0.5407</a:t>
                      </a:r>
                    </a:p>
                  </a:txBody>
                  <a:tcPr marL="70183" marR="70183" marT="35091" marB="35091" anchor="ctr"/>
                </a:tc>
                <a:extLst>
                  <a:ext uri="{0D108BD9-81ED-4DB2-BD59-A6C34878D82A}">
                    <a16:rowId xmlns:a16="http://schemas.microsoft.com/office/drawing/2014/main" val="1488128615"/>
                  </a:ext>
                </a:extLst>
              </a:tr>
              <a:tr h="285009">
                <a:tc>
                  <a:txBody>
                    <a:bodyPr/>
                    <a:lstStyle/>
                    <a:p>
                      <a:pPr>
                        <a:buNone/>
                      </a:pPr>
                      <a:r>
                        <a:rPr lang="en-GB" sz="1400"/>
                        <a:t>retrans</a:t>
                      </a:r>
                    </a:p>
                  </a:txBody>
                  <a:tcPr marL="70183" marR="70183" marT="35091" marB="35091" anchor="ctr"/>
                </a:tc>
                <a:tc>
                  <a:txBody>
                    <a:bodyPr/>
                    <a:lstStyle/>
                    <a:p>
                      <a:pPr>
                        <a:buNone/>
                      </a:pPr>
                      <a:r>
                        <a:rPr lang="en-GB" sz="1400"/>
                        <a:t>1.0829</a:t>
                      </a:r>
                    </a:p>
                  </a:txBody>
                  <a:tcPr marL="70183" marR="70183" marT="35091" marB="35091" anchor="ctr"/>
                </a:tc>
                <a:tc>
                  <a:txBody>
                    <a:bodyPr/>
                    <a:lstStyle/>
                    <a:p>
                      <a:pPr>
                        <a:buNone/>
                      </a:pPr>
                      <a:r>
                        <a:rPr lang="en-GB" sz="1400"/>
                        <a:t>0.7470</a:t>
                      </a:r>
                    </a:p>
                  </a:txBody>
                  <a:tcPr marL="70183" marR="70183" marT="35091" marB="35091" anchor="ctr"/>
                </a:tc>
                <a:tc>
                  <a:txBody>
                    <a:bodyPr/>
                    <a:lstStyle/>
                    <a:p>
                      <a:pPr>
                        <a:buNone/>
                      </a:pPr>
                      <a:r>
                        <a:rPr lang="en-GB" sz="1400"/>
                        <a:t>1.5698</a:t>
                      </a:r>
                    </a:p>
                  </a:txBody>
                  <a:tcPr marL="70183" marR="70183" marT="35091" marB="35091" anchor="ctr"/>
                </a:tc>
                <a:tc>
                  <a:txBody>
                    <a:bodyPr/>
                    <a:lstStyle/>
                    <a:p>
                      <a:pPr>
                        <a:buNone/>
                      </a:pPr>
                      <a:r>
                        <a:rPr lang="en-GB" sz="1400"/>
                        <a:t>0.6741</a:t>
                      </a:r>
                    </a:p>
                  </a:txBody>
                  <a:tcPr marL="70183" marR="70183" marT="35091" marB="35091" anchor="ctr"/>
                </a:tc>
                <a:extLst>
                  <a:ext uri="{0D108BD9-81ED-4DB2-BD59-A6C34878D82A}">
                    <a16:rowId xmlns:a16="http://schemas.microsoft.com/office/drawing/2014/main" val="953419260"/>
                  </a:ext>
                </a:extLst>
              </a:tr>
              <a:tr h="285009">
                <a:tc>
                  <a:txBody>
                    <a:bodyPr/>
                    <a:lstStyle/>
                    <a:p>
                      <a:pPr>
                        <a:buNone/>
                      </a:pPr>
                      <a:r>
                        <a:rPr lang="en-GB" sz="1400" err="1"/>
                        <a:t>gfr</a:t>
                      </a:r>
                      <a:endParaRPr lang="en-GB" sz="1400"/>
                    </a:p>
                  </a:txBody>
                  <a:tcPr marL="70183" marR="70183" marT="35091" marB="35091" anchor="ctr"/>
                </a:tc>
                <a:tc>
                  <a:txBody>
                    <a:bodyPr/>
                    <a:lstStyle/>
                    <a:p>
                      <a:pPr>
                        <a:buNone/>
                      </a:pPr>
                      <a:r>
                        <a:rPr lang="en-GB" sz="1400"/>
                        <a:t>0.9794</a:t>
                      </a:r>
                    </a:p>
                  </a:txBody>
                  <a:tcPr marL="70183" marR="70183" marT="35091" marB="35091" anchor="ctr"/>
                </a:tc>
                <a:tc>
                  <a:txBody>
                    <a:bodyPr/>
                    <a:lstStyle/>
                    <a:p>
                      <a:pPr>
                        <a:buNone/>
                      </a:pPr>
                      <a:r>
                        <a:rPr lang="en-GB" sz="1400"/>
                        <a:t>0.9638</a:t>
                      </a:r>
                    </a:p>
                  </a:txBody>
                  <a:tcPr marL="70183" marR="70183" marT="35091" marB="35091" anchor="ctr"/>
                </a:tc>
                <a:tc>
                  <a:txBody>
                    <a:bodyPr/>
                    <a:lstStyle/>
                    <a:p>
                      <a:pPr>
                        <a:buNone/>
                      </a:pPr>
                      <a:r>
                        <a:rPr lang="en-GB" sz="1400"/>
                        <a:t>0.9953</a:t>
                      </a:r>
                    </a:p>
                  </a:txBody>
                  <a:tcPr marL="70183" marR="70183" marT="35091" marB="35091" anchor="ctr"/>
                </a:tc>
                <a:tc>
                  <a:txBody>
                    <a:bodyPr/>
                    <a:lstStyle/>
                    <a:p>
                      <a:pPr>
                        <a:buNone/>
                      </a:pPr>
                      <a:r>
                        <a:rPr lang="en-GB" sz="1400"/>
                        <a:t>0.0111</a:t>
                      </a:r>
                    </a:p>
                  </a:txBody>
                  <a:tcPr marL="70183" marR="70183" marT="35091" marB="35091" anchor="ctr"/>
                </a:tc>
                <a:extLst>
                  <a:ext uri="{0D108BD9-81ED-4DB2-BD59-A6C34878D82A}">
                    <a16:rowId xmlns:a16="http://schemas.microsoft.com/office/drawing/2014/main" val="3098220607"/>
                  </a:ext>
                </a:extLst>
              </a:tr>
              <a:tr h="285009">
                <a:tc>
                  <a:txBody>
                    <a:bodyPr/>
                    <a:lstStyle/>
                    <a:p>
                      <a:pPr>
                        <a:buNone/>
                      </a:pPr>
                      <a:r>
                        <a:rPr lang="en-GB" sz="1400" err="1"/>
                        <a:t>screat</a:t>
                      </a:r>
                      <a:endParaRPr lang="en-GB" sz="1400"/>
                    </a:p>
                  </a:txBody>
                  <a:tcPr marL="70183" marR="70183" marT="35091" marB="35091" anchor="ctr"/>
                </a:tc>
                <a:tc>
                  <a:txBody>
                    <a:bodyPr/>
                    <a:lstStyle/>
                    <a:p>
                      <a:pPr>
                        <a:buNone/>
                      </a:pPr>
                      <a:r>
                        <a:rPr lang="en-GB" sz="1400"/>
                        <a:t>1.0069</a:t>
                      </a:r>
                    </a:p>
                  </a:txBody>
                  <a:tcPr marL="70183" marR="70183" marT="35091" marB="35091" anchor="ctr"/>
                </a:tc>
                <a:tc>
                  <a:txBody>
                    <a:bodyPr/>
                    <a:lstStyle/>
                    <a:p>
                      <a:pPr>
                        <a:buNone/>
                      </a:pPr>
                      <a:r>
                        <a:rPr lang="en-GB" sz="1400"/>
                        <a:t>1.0038</a:t>
                      </a:r>
                    </a:p>
                  </a:txBody>
                  <a:tcPr marL="70183" marR="70183" marT="35091" marB="35091" anchor="ctr"/>
                </a:tc>
                <a:tc>
                  <a:txBody>
                    <a:bodyPr/>
                    <a:lstStyle/>
                    <a:p>
                      <a:pPr>
                        <a:buNone/>
                      </a:pPr>
                      <a:r>
                        <a:rPr lang="en-GB" sz="1400"/>
                        <a:t>1.0101</a:t>
                      </a:r>
                    </a:p>
                  </a:txBody>
                  <a:tcPr marL="70183" marR="70183" marT="35091" marB="35091" anchor="ctr"/>
                </a:tc>
                <a:tc>
                  <a:txBody>
                    <a:bodyPr/>
                    <a:lstStyle/>
                    <a:p>
                      <a:pPr>
                        <a:buNone/>
                      </a:pPr>
                      <a:r>
                        <a:rPr lang="en-GB" sz="1400"/>
                        <a:t>1.55×10⁻⁵</a:t>
                      </a:r>
                    </a:p>
                  </a:txBody>
                  <a:tcPr marL="70183" marR="70183" marT="35091" marB="35091" anchor="ctr"/>
                </a:tc>
                <a:extLst>
                  <a:ext uri="{0D108BD9-81ED-4DB2-BD59-A6C34878D82A}">
                    <a16:rowId xmlns:a16="http://schemas.microsoft.com/office/drawing/2014/main" val="1159725209"/>
                  </a:ext>
                </a:extLst>
              </a:tr>
              <a:tr h="285009">
                <a:tc>
                  <a:txBody>
                    <a:bodyPr/>
                    <a:lstStyle/>
                    <a:p>
                      <a:pPr>
                        <a:buNone/>
                      </a:pPr>
                      <a:r>
                        <a:rPr lang="en-GB" sz="1400"/>
                        <a:t>map</a:t>
                      </a:r>
                    </a:p>
                  </a:txBody>
                  <a:tcPr marL="70183" marR="70183" marT="35091" marB="35091" anchor="ctr"/>
                </a:tc>
                <a:tc>
                  <a:txBody>
                    <a:bodyPr/>
                    <a:lstStyle/>
                    <a:p>
                      <a:pPr>
                        <a:buNone/>
                      </a:pPr>
                      <a:r>
                        <a:rPr lang="en-GB" sz="1400"/>
                        <a:t>1.0102</a:t>
                      </a:r>
                    </a:p>
                  </a:txBody>
                  <a:tcPr marL="70183" marR="70183" marT="35091" marB="35091" anchor="ctr"/>
                </a:tc>
                <a:tc>
                  <a:txBody>
                    <a:bodyPr/>
                    <a:lstStyle/>
                    <a:p>
                      <a:pPr>
                        <a:buNone/>
                      </a:pPr>
                      <a:r>
                        <a:rPr lang="en-GB" sz="1400"/>
                        <a:t>1.0011</a:t>
                      </a:r>
                    </a:p>
                  </a:txBody>
                  <a:tcPr marL="70183" marR="70183" marT="35091" marB="35091" anchor="ctr"/>
                </a:tc>
                <a:tc>
                  <a:txBody>
                    <a:bodyPr/>
                    <a:lstStyle/>
                    <a:p>
                      <a:pPr>
                        <a:buNone/>
                      </a:pPr>
                      <a:r>
                        <a:rPr lang="en-GB" sz="1400"/>
                        <a:t>1.0194</a:t>
                      </a:r>
                    </a:p>
                  </a:txBody>
                  <a:tcPr marL="70183" marR="70183" marT="35091" marB="35091" anchor="ctr"/>
                </a:tc>
                <a:tc>
                  <a:txBody>
                    <a:bodyPr/>
                    <a:lstStyle/>
                    <a:p>
                      <a:pPr>
                        <a:buNone/>
                      </a:pPr>
                      <a:r>
                        <a:rPr lang="en-GB" sz="1400"/>
                        <a:t>0.0273</a:t>
                      </a:r>
                    </a:p>
                  </a:txBody>
                  <a:tcPr marL="70183" marR="70183" marT="35091" marB="35091" anchor="ctr"/>
                </a:tc>
                <a:extLst>
                  <a:ext uri="{0D108BD9-81ED-4DB2-BD59-A6C34878D82A}">
                    <a16:rowId xmlns:a16="http://schemas.microsoft.com/office/drawing/2014/main" val="1618550666"/>
                  </a:ext>
                </a:extLst>
              </a:tr>
            </a:tbl>
          </a:graphicData>
        </a:graphic>
      </p:graphicFrame>
    </p:spTree>
    <p:extLst>
      <p:ext uri="{BB962C8B-B14F-4D97-AF65-F5344CB8AC3E}">
        <p14:creationId xmlns:p14="http://schemas.microsoft.com/office/powerpoint/2010/main" val="127932111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407311A1-1083-24CD-0B32-4F1E250EC433}"/>
              </a:ext>
            </a:extLst>
          </p:cNvPr>
          <p:cNvSpPr>
            <a:spLocks noGrp="1"/>
          </p:cNvSpPr>
          <p:nvPr>
            <p:ph type="title"/>
          </p:nvPr>
        </p:nvSpPr>
        <p:spPr/>
        <p:txBody>
          <a:bodyPr/>
          <a:lstStyle/>
          <a:p>
            <a:r>
              <a:rPr lang="nl-NL"/>
              <a:t>Cox </a:t>
            </a:r>
            <a:r>
              <a:rPr lang="nl-NL" err="1"/>
              <a:t>regression</a:t>
            </a:r>
            <a:endParaRPr lang="en-GB"/>
          </a:p>
        </p:txBody>
      </p:sp>
      <p:sp>
        <p:nvSpPr>
          <p:cNvPr id="8" name="Tekstvak 7">
            <a:extLst>
              <a:ext uri="{FF2B5EF4-FFF2-40B4-BE49-F238E27FC236}">
                <a16:creationId xmlns:a16="http://schemas.microsoft.com/office/drawing/2014/main" id="{1A050BFF-6711-D0B7-E061-1AD10E18B3AC}"/>
              </a:ext>
            </a:extLst>
          </p:cNvPr>
          <p:cNvSpPr txBox="1"/>
          <p:nvPr/>
        </p:nvSpPr>
        <p:spPr>
          <a:xfrm>
            <a:off x="1210156" y="6080123"/>
            <a:ext cx="5036946" cy="30777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400">
                <a:latin typeface="Tenorite"/>
                <a:ea typeface="Google Sans Text"/>
                <a:cs typeface="Google Sans Text"/>
              </a:rPr>
              <a:t>Figure 6 – </a:t>
            </a:r>
            <a:r>
              <a:rPr lang="en-US" sz="1400">
                <a:ea typeface="+mn-lt"/>
                <a:cs typeface="+mn-lt"/>
              </a:rPr>
              <a:t>Baseline covariates Cox model (with CI bands)</a:t>
            </a:r>
          </a:p>
        </p:txBody>
      </p:sp>
      <p:sp>
        <p:nvSpPr>
          <p:cNvPr id="9" name="Tekstvak 8">
            <a:extLst>
              <a:ext uri="{FF2B5EF4-FFF2-40B4-BE49-F238E27FC236}">
                <a16:creationId xmlns:a16="http://schemas.microsoft.com/office/drawing/2014/main" id="{CEB56366-17C6-0AF9-103F-6081B401F037}"/>
              </a:ext>
            </a:extLst>
          </p:cNvPr>
          <p:cNvSpPr txBox="1"/>
          <p:nvPr/>
        </p:nvSpPr>
        <p:spPr>
          <a:xfrm>
            <a:off x="6589822" y="6080123"/>
            <a:ext cx="5308627" cy="30777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400">
                <a:latin typeface="Tenorite"/>
                <a:ea typeface="Google Sans Text"/>
                <a:cs typeface="Google Sans Text"/>
              </a:rPr>
              <a:t>Figure 7</a:t>
            </a:r>
            <a:r>
              <a:rPr lang="en-US" sz="1400">
                <a:ea typeface="Google Sans Text"/>
                <a:cs typeface="Google Sans Text"/>
              </a:rPr>
              <a:t> – </a:t>
            </a:r>
            <a:r>
              <a:rPr lang="en-US" sz="1400">
                <a:ea typeface="+mn-lt"/>
                <a:cs typeface="+mn-lt"/>
              </a:rPr>
              <a:t>Time dependent covariates Cox model (with CI bands)</a:t>
            </a:r>
            <a:endParaRPr lang="nl-NL" sz="1400"/>
          </a:p>
        </p:txBody>
      </p:sp>
      <p:pic>
        <p:nvPicPr>
          <p:cNvPr id="10" name="Tijdelijke aanduiding voor inhoud 9" descr="Afbeelding met tekst, schermopname, nummer, Parallel&#10;&#10;Door AI gegenereerde inhoud is mogelijk onjuist.">
            <a:extLst>
              <a:ext uri="{FF2B5EF4-FFF2-40B4-BE49-F238E27FC236}">
                <a16:creationId xmlns:a16="http://schemas.microsoft.com/office/drawing/2014/main" id="{C735BC15-1712-7DF4-7172-1DFB1E636E03}"/>
              </a:ext>
            </a:extLst>
          </p:cNvPr>
          <p:cNvPicPr>
            <a:picLocks noGrp="1" noChangeAspect="1"/>
          </p:cNvPicPr>
          <p:nvPr>
            <p:ph idx="1"/>
          </p:nvPr>
        </p:nvPicPr>
        <p:blipFill>
          <a:blip r:embed="rId3"/>
          <a:stretch>
            <a:fillRect/>
          </a:stretch>
        </p:blipFill>
        <p:spPr>
          <a:xfrm>
            <a:off x="6624991" y="1900968"/>
            <a:ext cx="5301831" cy="4179154"/>
          </a:xfrm>
        </p:spPr>
      </p:pic>
      <p:pic>
        <p:nvPicPr>
          <p:cNvPr id="12" name="Afbeelding 11" descr="Afbeelding met tekst, schermopname, nummer, lijn&#10;&#10;Door AI gegenereerde inhoud is mogelijk onjuist.">
            <a:extLst>
              <a:ext uri="{FF2B5EF4-FFF2-40B4-BE49-F238E27FC236}">
                <a16:creationId xmlns:a16="http://schemas.microsoft.com/office/drawing/2014/main" id="{F9AE9F31-C2C0-F69C-A0EF-F689B8B06145}"/>
              </a:ext>
            </a:extLst>
          </p:cNvPr>
          <p:cNvPicPr>
            <a:picLocks noChangeAspect="1"/>
          </p:cNvPicPr>
          <p:nvPr/>
        </p:nvPicPr>
        <p:blipFill>
          <a:blip r:embed="rId4"/>
          <a:stretch>
            <a:fillRect/>
          </a:stretch>
        </p:blipFill>
        <p:spPr>
          <a:xfrm>
            <a:off x="1245325" y="1900968"/>
            <a:ext cx="5301833" cy="4179155"/>
          </a:xfrm>
          <a:prstGeom prst="rect">
            <a:avLst/>
          </a:prstGeom>
        </p:spPr>
      </p:pic>
    </p:spTree>
    <p:extLst>
      <p:ext uri="{BB962C8B-B14F-4D97-AF65-F5344CB8AC3E}">
        <p14:creationId xmlns:p14="http://schemas.microsoft.com/office/powerpoint/2010/main" val="181743634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345432DC-25BC-3D97-93B7-BFF8789E1B3D}"/>
              </a:ext>
            </a:extLst>
          </p:cNvPr>
          <p:cNvSpPr>
            <a:spLocks noGrp="1"/>
          </p:cNvSpPr>
          <p:nvPr>
            <p:ph type="title"/>
          </p:nvPr>
        </p:nvSpPr>
        <p:spPr/>
        <p:txBody>
          <a:bodyPr/>
          <a:lstStyle/>
          <a:p>
            <a:r>
              <a:rPr lang="nl-NL" err="1"/>
              <a:t>Assumptions</a:t>
            </a:r>
            <a:r>
              <a:rPr lang="nl-NL"/>
              <a:t> Cox model</a:t>
            </a:r>
          </a:p>
        </p:txBody>
      </p:sp>
      <p:sp>
        <p:nvSpPr>
          <p:cNvPr id="3" name="Tijdelijke aanduiding voor inhoud 2">
            <a:extLst>
              <a:ext uri="{FF2B5EF4-FFF2-40B4-BE49-F238E27FC236}">
                <a16:creationId xmlns:a16="http://schemas.microsoft.com/office/drawing/2014/main" id="{680061FF-AD5D-B8E3-341C-4CB4AC4B355C}"/>
              </a:ext>
            </a:extLst>
          </p:cNvPr>
          <p:cNvSpPr>
            <a:spLocks noGrp="1"/>
          </p:cNvSpPr>
          <p:nvPr>
            <p:ph idx="1"/>
          </p:nvPr>
        </p:nvSpPr>
        <p:spPr>
          <a:xfrm>
            <a:off x="693040" y="1969813"/>
            <a:ext cx="6472390" cy="4890813"/>
          </a:xfrm>
        </p:spPr>
        <p:txBody>
          <a:bodyPr vert="horz" lIns="91440" tIns="45720" rIns="91440" bIns="45720" rtlCol="0" anchor="t">
            <a:noAutofit/>
          </a:bodyPr>
          <a:lstStyle/>
          <a:p>
            <a:pPr marL="514350" indent="-514350">
              <a:buAutoNum type="arabicParenR"/>
            </a:pPr>
            <a:r>
              <a:rPr lang="nl-NL" sz="1800" err="1"/>
              <a:t>Proportional</a:t>
            </a:r>
            <a:r>
              <a:rPr lang="nl-NL" sz="1800"/>
              <a:t> Hazards </a:t>
            </a:r>
            <a:r>
              <a:rPr lang="nl-NL" sz="1800" err="1"/>
              <a:t>assumption</a:t>
            </a:r>
            <a:r>
              <a:rPr lang="nl-NL" sz="1800"/>
              <a:t> (PH): </a:t>
            </a:r>
            <a:r>
              <a:rPr lang="nl-NL" sz="1800" err="1"/>
              <a:t>Assumption</a:t>
            </a:r>
            <a:r>
              <a:rPr lang="nl-NL" sz="1800"/>
              <a:t> of </a:t>
            </a:r>
            <a:r>
              <a:rPr lang="nl-NL" sz="1800" err="1"/>
              <a:t>the</a:t>
            </a:r>
            <a:r>
              <a:rPr lang="nl-NL" sz="1800"/>
              <a:t> time-</a:t>
            </a:r>
            <a:r>
              <a:rPr lang="nl-NL" sz="1800" err="1"/>
              <a:t>dependent</a:t>
            </a:r>
            <a:r>
              <a:rPr lang="nl-NL" sz="1800"/>
              <a:t> Cox model was </a:t>
            </a:r>
            <a:r>
              <a:rPr lang="nl-NL" sz="1800" err="1"/>
              <a:t>evaluated</a:t>
            </a:r>
            <a:r>
              <a:rPr lang="nl-NL" sz="1800"/>
              <a:t> </a:t>
            </a:r>
            <a:r>
              <a:rPr lang="nl-NL" sz="1800" err="1"/>
              <a:t>using</a:t>
            </a:r>
            <a:r>
              <a:rPr lang="nl-NL" sz="1800"/>
              <a:t> Schoenfield </a:t>
            </a:r>
            <a:r>
              <a:rPr lang="nl-NL" sz="1800" err="1"/>
              <a:t>residuals</a:t>
            </a:r>
            <a:r>
              <a:rPr lang="nl-NL" sz="1800"/>
              <a:t>. For </a:t>
            </a:r>
            <a:r>
              <a:rPr lang="nl-NL" sz="1800" err="1"/>
              <a:t>almost</a:t>
            </a:r>
            <a:r>
              <a:rPr lang="nl-NL" sz="1800"/>
              <a:t> </a:t>
            </a:r>
            <a:r>
              <a:rPr lang="nl-NL" sz="1800" err="1"/>
              <a:t>all</a:t>
            </a:r>
            <a:r>
              <a:rPr lang="nl-NL" sz="1800"/>
              <a:t> </a:t>
            </a:r>
            <a:r>
              <a:rPr lang="nl-NL" sz="1800" err="1"/>
              <a:t>covariates</a:t>
            </a:r>
            <a:r>
              <a:rPr lang="nl-NL" sz="1800"/>
              <a:t>, </a:t>
            </a:r>
            <a:r>
              <a:rPr lang="nl-NL" sz="1800" err="1"/>
              <a:t>there</a:t>
            </a:r>
            <a:r>
              <a:rPr lang="nl-NL" sz="1800"/>
              <a:t> </a:t>
            </a:r>
            <a:r>
              <a:rPr lang="nl-NL" sz="1800" err="1"/>
              <a:t>were</a:t>
            </a:r>
            <a:r>
              <a:rPr lang="nl-NL" sz="1800"/>
              <a:t> no </a:t>
            </a:r>
            <a:r>
              <a:rPr lang="nl-NL" sz="1800" err="1"/>
              <a:t>violations</a:t>
            </a:r>
            <a:r>
              <a:rPr lang="nl-NL" sz="1800"/>
              <a:t> of </a:t>
            </a:r>
            <a:r>
              <a:rPr lang="nl-NL" sz="1800" err="1"/>
              <a:t>the</a:t>
            </a:r>
            <a:r>
              <a:rPr lang="nl-NL" sz="1800"/>
              <a:t> PH </a:t>
            </a:r>
            <a:r>
              <a:rPr lang="nl-NL" sz="1800" err="1"/>
              <a:t>assumptions</a:t>
            </a:r>
            <a:r>
              <a:rPr lang="nl-NL" sz="1800"/>
              <a:t> (p &gt; 0.05). </a:t>
            </a:r>
            <a:r>
              <a:rPr lang="nl-NL" sz="1800" err="1"/>
              <a:t>Only</a:t>
            </a:r>
            <a:r>
              <a:rPr lang="nl-NL" sz="1800"/>
              <a:t> serum creatinine </a:t>
            </a:r>
            <a:r>
              <a:rPr lang="nl-NL" sz="1800" err="1"/>
              <a:t>showed</a:t>
            </a:r>
            <a:r>
              <a:rPr lang="nl-NL" sz="1800"/>
              <a:t> a small </a:t>
            </a:r>
            <a:r>
              <a:rPr lang="nl-NL" sz="1800" err="1"/>
              <a:t>deviation</a:t>
            </a:r>
            <a:r>
              <a:rPr lang="nl-NL" sz="1800"/>
              <a:t> (p=0.032), </a:t>
            </a:r>
            <a:r>
              <a:rPr lang="nl-NL" sz="1800" err="1"/>
              <a:t>suggesting</a:t>
            </a:r>
            <a:r>
              <a:rPr lang="nl-NL" sz="1800"/>
              <a:t> </a:t>
            </a:r>
            <a:r>
              <a:rPr lang="nl-NL" sz="1800" err="1"/>
              <a:t>that</a:t>
            </a:r>
            <a:r>
              <a:rPr lang="nl-NL" sz="1800"/>
              <a:t> </a:t>
            </a:r>
            <a:r>
              <a:rPr lang="nl-NL" sz="1800" err="1"/>
              <a:t>its</a:t>
            </a:r>
            <a:r>
              <a:rPr lang="nl-NL" sz="1800"/>
              <a:t> effect </a:t>
            </a:r>
            <a:r>
              <a:rPr lang="nl-NL" sz="1800" err="1"/>
              <a:t>may</a:t>
            </a:r>
            <a:r>
              <a:rPr lang="nl-NL" sz="1800"/>
              <a:t> </a:t>
            </a:r>
            <a:r>
              <a:rPr lang="nl-NL" sz="1800" err="1"/>
              <a:t>vary</a:t>
            </a:r>
            <a:r>
              <a:rPr lang="nl-NL" sz="1800"/>
              <a:t> </a:t>
            </a:r>
            <a:r>
              <a:rPr lang="nl-NL" sz="1800" err="1"/>
              <a:t>slightly</a:t>
            </a:r>
            <a:r>
              <a:rPr lang="nl-NL" sz="1800"/>
              <a:t> over time. </a:t>
            </a:r>
            <a:r>
              <a:rPr lang="nl-NL" sz="1800" err="1"/>
              <a:t>However</a:t>
            </a:r>
            <a:r>
              <a:rPr lang="nl-NL" sz="1800"/>
              <a:t>, </a:t>
            </a:r>
            <a:r>
              <a:rPr lang="nl-NL" sz="1800" err="1"/>
              <a:t>the</a:t>
            </a:r>
            <a:r>
              <a:rPr lang="nl-NL" sz="1800"/>
              <a:t> </a:t>
            </a:r>
            <a:r>
              <a:rPr lang="nl-NL" sz="1800" err="1"/>
              <a:t>global</a:t>
            </a:r>
            <a:r>
              <a:rPr lang="nl-NL" sz="1800"/>
              <a:t> test was </a:t>
            </a:r>
            <a:r>
              <a:rPr lang="nl-NL" sz="1800" err="1"/>
              <a:t>not</a:t>
            </a:r>
            <a:r>
              <a:rPr lang="nl-NL" sz="1800"/>
              <a:t> significant. </a:t>
            </a:r>
            <a:r>
              <a:rPr lang="nl-NL" sz="1800" err="1"/>
              <a:t>Therefore</a:t>
            </a:r>
            <a:r>
              <a:rPr lang="nl-NL" sz="1800"/>
              <a:t> we </a:t>
            </a:r>
            <a:r>
              <a:rPr lang="nl-NL" sz="1800" err="1"/>
              <a:t>conclude</a:t>
            </a:r>
            <a:r>
              <a:rPr lang="nl-NL" sz="1800"/>
              <a:t> </a:t>
            </a:r>
            <a:r>
              <a:rPr lang="nl-NL" sz="1800" err="1"/>
              <a:t>that</a:t>
            </a:r>
            <a:r>
              <a:rPr lang="nl-NL" sz="1800"/>
              <a:t> </a:t>
            </a:r>
            <a:r>
              <a:rPr lang="nl-NL" sz="1800" err="1"/>
              <a:t>there</a:t>
            </a:r>
            <a:r>
              <a:rPr lang="nl-NL" sz="1800"/>
              <a:t> are no </a:t>
            </a:r>
            <a:r>
              <a:rPr lang="nl-NL" sz="1800" err="1"/>
              <a:t>violations</a:t>
            </a:r>
            <a:r>
              <a:rPr lang="nl-NL" sz="1800"/>
              <a:t> of </a:t>
            </a:r>
            <a:r>
              <a:rPr lang="nl-NL" sz="1800" err="1"/>
              <a:t>the</a:t>
            </a:r>
            <a:r>
              <a:rPr lang="nl-NL" sz="1800"/>
              <a:t> PH </a:t>
            </a:r>
            <a:r>
              <a:rPr lang="nl-NL" sz="1800" err="1"/>
              <a:t>assumption</a:t>
            </a:r>
            <a:r>
              <a:rPr lang="nl-NL" sz="1800"/>
              <a:t>. See </a:t>
            </a:r>
            <a:r>
              <a:rPr lang="nl-NL" sz="1800" err="1"/>
              <a:t>Table</a:t>
            </a:r>
            <a:r>
              <a:rPr lang="nl-NL" sz="1800"/>
              <a:t> 4.</a:t>
            </a:r>
          </a:p>
          <a:p>
            <a:r>
              <a:rPr lang="nl-NL" sz="1800"/>
              <a:t>2)  Check start – stop. We </a:t>
            </a:r>
            <a:r>
              <a:rPr lang="nl-NL" sz="1800" err="1"/>
              <a:t>also</a:t>
            </a:r>
            <a:r>
              <a:rPr lang="nl-NL" sz="1800"/>
              <a:t> </a:t>
            </a:r>
            <a:r>
              <a:rPr lang="nl-NL" sz="1800" err="1"/>
              <a:t>checked</a:t>
            </a:r>
            <a:r>
              <a:rPr lang="nl-NL" sz="1800"/>
              <a:t> </a:t>
            </a:r>
            <a:r>
              <a:rPr lang="nl-NL" sz="1800" err="1"/>
              <a:t>if</a:t>
            </a:r>
            <a:r>
              <a:rPr lang="nl-NL" sz="1800"/>
              <a:t> </a:t>
            </a:r>
            <a:r>
              <a:rPr lang="nl-NL" sz="1800" err="1"/>
              <a:t>tstart</a:t>
            </a:r>
            <a:r>
              <a:rPr lang="nl-NL" sz="1800"/>
              <a:t> is </a:t>
            </a:r>
            <a:r>
              <a:rPr lang="nl-NL" sz="1800" err="1"/>
              <a:t>always</a:t>
            </a:r>
            <a:r>
              <a:rPr lang="nl-NL" sz="1800"/>
              <a:t>   </a:t>
            </a:r>
            <a:r>
              <a:rPr lang="nl-NL" sz="1800" err="1"/>
              <a:t>before</a:t>
            </a:r>
            <a:r>
              <a:rPr lang="nl-NL" sz="1800"/>
              <a:t> </a:t>
            </a:r>
            <a:r>
              <a:rPr lang="nl-NL" sz="1800" err="1"/>
              <a:t>tstop</a:t>
            </a:r>
            <a:r>
              <a:rPr lang="nl-NL" sz="1800"/>
              <a:t> </a:t>
            </a:r>
            <a:r>
              <a:rPr lang="nl-NL" sz="1800" err="1"/>
              <a:t>for</a:t>
            </a:r>
            <a:r>
              <a:rPr lang="nl-NL" sz="1800"/>
              <a:t> </a:t>
            </a:r>
            <a:r>
              <a:rPr lang="nl-NL" sz="1800" err="1"/>
              <a:t>all</a:t>
            </a:r>
            <a:r>
              <a:rPr lang="nl-NL" sz="1800"/>
              <a:t> </a:t>
            </a:r>
            <a:r>
              <a:rPr lang="nl-NL" sz="1800" err="1"/>
              <a:t>rows</a:t>
            </a:r>
            <a:r>
              <a:rPr lang="nl-NL" sz="1800"/>
              <a:t>. </a:t>
            </a:r>
            <a:r>
              <a:rPr lang="nl-NL" sz="1800" err="1"/>
              <a:t>This</a:t>
            </a:r>
            <a:r>
              <a:rPr lang="nl-NL" sz="1800"/>
              <a:t> </a:t>
            </a:r>
            <a:r>
              <a:rPr lang="nl-NL" sz="1800" err="1"/>
              <a:t>turned</a:t>
            </a:r>
            <a:r>
              <a:rPr lang="nl-NL" sz="1800"/>
              <a:t> out </a:t>
            </a:r>
            <a:r>
              <a:rPr lang="nl-NL" sz="1800" err="1"/>
              <a:t>to</a:t>
            </a:r>
            <a:r>
              <a:rPr lang="nl-NL" sz="1800"/>
              <a:t> </a:t>
            </a:r>
            <a:r>
              <a:rPr lang="nl-NL" sz="1800" err="1"/>
              <a:t>be</a:t>
            </a:r>
            <a:r>
              <a:rPr lang="nl-NL" sz="1800"/>
              <a:t> </a:t>
            </a:r>
            <a:r>
              <a:rPr lang="nl-NL" sz="1800" err="1"/>
              <a:t>true</a:t>
            </a:r>
            <a:r>
              <a:rPr lang="nl-NL" sz="1800"/>
              <a:t>.</a:t>
            </a:r>
          </a:p>
          <a:p>
            <a:r>
              <a:rPr lang="nl-NL" sz="1800"/>
              <a:t>3)  Martingale plots: in </a:t>
            </a:r>
            <a:r>
              <a:rPr lang="nl-NL" sz="1800" err="1"/>
              <a:t>the</a:t>
            </a:r>
            <a:r>
              <a:rPr lang="nl-NL" sz="1800"/>
              <a:t> time-</a:t>
            </a:r>
            <a:r>
              <a:rPr lang="nl-NL" sz="1800" err="1"/>
              <a:t>dependent</a:t>
            </a:r>
            <a:r>
              <a:rPr lang="nl-NL" sz="1800"/>
              <a:t> Cox model,           GFR creatinine </a:t>
            </a:r>
            <a:r>
              <a:rPr lang="nl-NL" sz="1800" err="1"/>
              <a:t>and</a:t>
            </a:r>
            <a:r>
              <a:rPr lang="nl-NL" sz="1800"/>
              <a:t> MAP </a:t>
            </a:r>
            <a:r>
              <a:rPr lang="nl-NL" sz="1800" err="1"/>
              <a:t>were</a:t>
            </a:r>
            <a:r>
              <a:rPr lang="nl-NL" sz="1800"/>
              <a:t> </a:t>
            </a:r>
            <a:r>
              <a:rPr lang="nl-NL" sz="1800" err="1"/>
              <a:t>included</a:t>
            </a:r>
            <a:r>
              <a:rPr lang="nl-NL" sz="1800"/>
              <a:t> as </a:t>
            </a:r>
            <a:r>
              <a:rPr lang="nl-NL" sz="1800" err="1"/>
              <a:t>continuous</a:t>
            </a:r>
            <a:r>
              <a:rPr lang="nl-NL" sz="1800"/>
              <a:t> </a:t>
            </a:r>
            <a:r>
              <a:rPr lang="nl-NL" sz="1800" err="1"/>
              <a:t>linear</a:t>
            </a:r>
            <a:r>
              <a:rPr lang="nl-NL" sz="1800"/>
              <a:t> </a:t>
            </a:r>
            <a:r>
              <a:rPr lang="nl-NL" sz="1800" err="1"/>
              <a:t>predictors</a:t>
            </a:r>
            <a:r>
              <a:rPr lang="nl-NL" sz="1800"/>
              <a:t>. The </a:t>
            </a:r>
            <a:r>
              <a:rPr lang="nl-NL" sz="1800" err="1"/>
              <a:t>linearity</a:t>
            </a:r>
            <a:r>
              <a:rPr lang="nl-NL" sz="1800"/>
              <a:t> was </a:t>
            </a:r>
            <a:r>
              <a:rPr lang="nl-NL" sz="1800" err="1"/>
              <a:t>assessed</a:t>
            </a:r>
            <a:r>
              <a:rPr lang="nl-NL" sz="1800"/>
              <a:t> </a:t>
            </a:r>
            <a:r>
              <a:rPr lang="nl-NL" sz="1800" err="1"/>
              <a:t>using</a:t>
            </a:r>
            <a:r>
              <a:rPr lang="nl-NL" sz="1800"/>
              <a:t>         Martingale </a:t>
            </a:r>
            <a:r>
              <a:rPr lang="nl-NL" sz="1800" err="1"/>
              <a:t>residuals</a:t>
            </a:r>
            <a:r>
              <a:rPr lang="nl-NL" sz="1800"/>
              <a:t>. The plots </a:t>
            </a:r>
            <a:r>
              <a:rPr lang="nl-NL" sz="1800" err="1"/>
              <a:t>showed</a:t>
            </a:r>
            <a:r>
              <a:rPr lang="nl-NL" sz="1800"/>
              <a:t> no </a:t>
            </a:r>
            <a:r>
              <a:rPr lang="nl-NL" sz="1800" err="1"/>
              <a:t>evidence</a:t>
            </a:r>
            <a:r>
              <a:rPr lang="nl-NL" sz="1800"/>
              <a:t> of </a:t>
            </a:r>
            <a:r>
              <a:rPr lang="nl-NL" sz="1800" err="1"/>
              <a:t>nonlinearity</a:t>
            </a:r>
            <a:r>
              <a:rPr lang="nl-NL" sz="1800"/>
              <a:t>. </a:t>
            </a:r>
            <a:r>
              <a:rPr lang="nl-NL" sz="1800" err="1"/>
              <a:t>This</a:t>
            </a:r>
            <a:r>
              <a:rPr lang="nl-NL" sz="1800"/>
              <a:t> supports </a:t>
            </a:r>
            <a:r>
              <a:rPr lang="nl-NL" sz="1800" err="1"/>
              <a:t>the</a:t>
            </a:r>
            <a:r>
              <a:rPr lang="nl-NL" sz="1800"/>
              <a:t> </a:t>
            </a:r>
            <a:r>
              <a:rPr lang="nl-NL" sz="1800" err="1"/>
              <a:t>assumed</a:t>
            </a:r>
            <a:r>
              <a:rPr lang="nl-NL" sz="1800"/>
              <a:t> </a:t>
            </a:r>
            <a:r>
              <a:rPr lang="nl-NL" sz="1800" err="1"/>
              <a:t>linear</a:t>
            </a:r>
            <a:r>
              <a:rPr lang="nl-NL" sz="1800"/>
              <a:t> </a:t>
            </a:r>
            <a:r>
              <a:rPr lang="nl-NL" sz="1800" err="1"/>
              <a:t>assumption</a:t>
            </a:r>
            <a:r>
              <a:rPr lang="nl-NL" sz="1800"/>
              <a:t>. See </a:t>
            </a:r>
            <a:r>
              <a:rPr lang="nl-NL" sz="1800" err="1"/>
              <a:t>figure</a:t>
            </a:r>
            <a:r>
              <a:rPr lang="nl-NL" sz="1800"/>
              <a:t> 8.</a:t>
            </a:r>
          </a:p>
        </p:txBody>
      </p:sp>
      <p:pic>
        <p:nvPicPr>
          <p:cNvPr id="4" name="Afbeelding 3" descr="Afbeelding met tekst, Lettertype, schermopname, nummer&#10;&#10;Door AI gegenereerde inhoud is mogelijk onjuist.">
            <a:extLst>
              <a:ext uri="{FF2B5EF4-FFF2-40B4-BE49-F238E27FC236}">
                <a16:creationId xmlns:a16="http://schemas.microsoft.com/office/drawing/2014/main" id="{BF2D43E5-8575-EE95-8DE8-FBD60A6A101D}"/>
              </a:ext>
            </a:extLst>
          </p:cNvPr>
          <p:cNvPicPr>
            <a:picLocks noChangeAspect="1"/>
          </p:cNvPicPr>
          <p:nvPr/>
        </p:nvPicPr>
        <p:blipFill>
          <a:blip r:embed="rId2"/>
          <a:stretch>
            <a:fillRect/>
          </a:stretch>
        </p:blipFill>
        <p:spPr>
          <a:xfrm>
            <a:off x="8083669" y="224135"/>
            <a:ext cx="2654479" cy="2483827"/>
          </a:xfrm>
          <a:prstGeom prst="rect">
            <a:avLst/>
          </a:prstGeom>
        </p:spPr>
      </p:pic>
      <p:pic>
        <p:nvPicPr>
          <p:cNvPr id="5" name="Afbeelding 4" descr="Afbeelding met tekst, diagram, schermopname&#10;&#10;Door AI gegenereerde inhoud is mogelijk onjuist.">
            <a:extLst>
              <a:ext uri="{FF2B5EF4-FFF2-40B4-BE49-F238E27FC236}">
                <a16:creationId xmlns:a16="http://schemas.microsoft.com/office/drawing/2014/main" id="{49DE462C-0E97-F805-0368-CEA0866C1641}"/>
              </a:ext>
            </a:extLst>
          </p:cNvPr>
          <p:cNvPicPr>
            <a:picLocks noChangeAspect="1"/>
          </p:cNvPicPr>
          <p:nvPr/>
        </p:nvPicPr>
        <p:blipFill>
          <a:blip r:embed="rId3"/>
          <a:stretch>
            <a:fillRect/>
          </a:stretch>
        </p:blipFill>
        <p:spPr>
          <a:xfrm>
            <a:off x="7394428" y="3338865"/>
            <a:ext cx="4304278" cy="3234906"/>
          </a:xfrm>
          <a:prstGeom prst="rect">
            <a:avLst/>
          </a:prstGeom>
        </p:spPr>
      </p:pic>
      <p:sp>
        <p:nvSpPr>
          <p:cNvPr id="7" name="Tekstvak 6">
            <a:extLst>
              <a:ext uri="{FF2B5EF4-FFF2-40B4-BE49-F238E27FC236}">
                <a16:creationId xmlns:a16="http://schemas.microsoft.com/office/drawing/2014/main" id="{C7292661-E3C0-1636-53E9-3EF4E25F5F14}"/>
              </a:ext>
            </a:extLst>
          </p:cNvPr>
          <p:cNvSpPr txBox="1"/>
          <p:nvPr/>
        </p:nvSpPr>
        <p:spPr>
          <a:xfrm>
            <a:off x="7485184" y="2708030"/>
            <a:ext cx="4120662" cy="52322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sz="1400">
                <a:solidFill>
                  <a:srgbClr val="000000"/>
                </a:solidFill>
                <a:latin typeface="Tenorite"/>
                <a:ea typeface="Tenorite"/>
                <a:cs typeface="Tenorite"/>
              </a:rPr>
              <a:t>Table 4 - Time</a:t>
            </a:r>
            <a:r>
              <a:rPr lang="en-US" sz="1400" b="0" i="0" u="none" strike="noStrike" baseline="0">
                <a:solidFill>
                  <a:srgbClr val="000000"/>
                </a:solidFill>
                <a:latin typeface="Tenorite"/>
                <a:ea typeface="Tenorite"/>
                <a:cs typeface="Tenorite"/>
              </a:rPr>
              <a:t> dependent covariates Cox model (with CI bands)</a:t>
            </a:r>
            <a:endParaRPr lang="nl-NL"/>
          </a:p>
        </p:txBody>
      </p:sp>
      <p:sp>
        <p:nvSpPr>
          <p:cNvPr id="8" name="Tekstvak 7">
            <a:extLst>
              <a:ext uri="{FF2B5EF4-FFF2-40B4-BE49-F238E27FC236}">
                <a16:creationId xmlns:a16="http://schemas.microsoft.com/office/drawing/2014/main" id="{E5656604-7B20-74EE-6946-E7323A33D45C}"/>
              </a:ext>
            </a:extLst>
          </p:cNvPr>
          <p:cNvSpPr txBox="1"/>
          <p:nvPr/>
        </p:nvSpPr>
        <p:spPr>
          <a:xfrm>
            <a:off x="6928340" y="6576646"/>
            <a:ext cx="5515707" cy="30777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400">
                <a:latin typeface="Tenorite"/>
              </a:rPr>
              <a:t>Figure 8 - Time</a:t>
            </a:r>
            <a:r>
              <a:rPr lang="en-US" sz="1400" baseline="0">
                <a:latin typeface="Tenorite"/>
              </a:rPr>
              <a:t> dependent covariates Cox model (with CI bands)​</a:t>
            </a:r>
            <a:endParaRPr lang="nl-NL"/>
          </a:p>
        </p:txBody>
      </p:sp>
    </p:spTree>
    <p:extLst>
      <p:ext uri="{BB962C8B-B14F-4D97-AF65-F5344CB8AC3E}">
        <p14:creationId xmlns:p14="http://schemas.microsoft.com/office/powerpoint/2010/main" val="233735926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ADA51F64-0E6D-BF5B-8FF3-245C396E7A15}"/>
              </a:ext>
            </a:extLst>
          </p:cNvPr>
          <p:cNvSpPr>
            <a:spLocks noGrp="1"/>
          </p:cNvSpPr>
          <p:nvPr>
            <p:ph type="title"/>
          </p:nvPr>
        </p:nvSpPr>
        <p:spPr/>
        <p:txBody>
          <a:bodyPr/>
          <a:lstStyle/>
          <a:p>
            <a:r>
              <a:rPr lang="nl-NL" err="1"/>
              <a:t>Competing</a:t>
            </a:r>
            <a:r>
              <a:rPr lang="nl-NL"/>
              <a:t> </a:t>
            </a:r>
            <a:r>
              <a:rPr lang="nl-NL" err="1"/>
              <a:t>risks</a:t>
            </a:r>
            <a:endParaRPr lang="en-GB"/>
          </a:p>
        </p:txBody>
      </p:sp>
      <p:sp>
        <p:nvSpPr>
          <p:cNvPr id="3" name="Tijdelijke aanduiding voor inhoud 2">
            <a:extLst>
              <a:ext uri="{FF2B5EF4-FFF2-40B4-BE49-F238E27FC236}">
                <a16:creationId xmlns:a16="http://schemas.microsoft.com/office/drawing/2014/main" id="{08074DAC-7071-3D12-047C-C7699038A372}"/>
              </a:ext>
            </a:extLst>
          </p:cNvPr>
          <p:cNvSpPr>
            <a:spLocks noGrp="1"/>
          </p:cNvSpPr>
          <p:nvPr>
            <p:ph idx="1"/>
          </p:nvPr>
        </p:nvSpPr>
        <p:spPr/>
        <p:txBody>
          <a:bodyPr/>
          <a:lstStyle/>
          <a:p>
            <a:r>
              <a:rPr lang="nl-NL" sz="2000" err="1"/>
              <a:t>By</a:t>
            </a:r>
            <a:r>
              <a:rPr lang="nl-NL" sz="2000"/>
              <a:t> </a:t>
            </a:r>
            <a:r>
              <a:rPr lang="nl-NL" sz="2000" err="1"/>
              <a:t>attemptig</a:t>
            </a:r>
            <a:r>
              <a:rPr lang="nl-NL" sz="2000"/>
              <a:t> </a:t>
            </a:r>
            <a:r>
              <a:rPr lang="nl-NL" sz="2000" err="1"/>
              <a:t>to</a:t>
            </a:r>
            <a:r>
              <a:rPr lang="nl-NL" sz="2000"/>
              <a:t> plot </a:t>
            </a:r>
            <a:r>
              <a:rPr lang="nl-NL" sz="2000" err="1"/>
              <a:t>the</a:t>
            </a:r>
            <a:r>
              <a:rPr lang="nl-NL" sz="2000"/>
              <a:t> </a:t>
            </a:r>
            <a:r>
              <a:rPr lang="en-GB" sz="2000"/>
              <a:t>Cumulative incidence curves (CIF), we discovered that there is no competing-risk for graft failure. Meaning, no patients died prior to graft failure. Therefore, death did not act as a competing event for graft loss, and the CIF includes only graft failure which confirms this statement. Because no competing risk occurred, standard cause-specific Cox regression is appropriate for this endpoint and we can move on to our joint LME model.</a:t>
            </a:r>
          </a:p>
        </p:txBody>
      </p:sp>
    </p:spTree>
    <p:extLst>
      <p:ext uri="{BB962C8B-B14F-4D97-AF65-F5344CB8AC3E}">
        <p14:creationId xmlns:p14="http://schemas.microsoft.com/office/powerpoint/2010/main" val="392779400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3739678E-0098-3200-7E61-19AA9952C8BE}"/>
              </a:ext>
            </a:extLst>
          </p:cNvPr>
          <p:cNvSpPr>
            <a:spLocks noGrp="1"/>
          </p:cNvSpPr>
          <p:nvPr>
            <p:ph type="title"/>
          </p:nvPr>
        </p:nvSpPr>
        <p:spPr/>
        <p:txBody>
          <a:bodyPr/>
          <a:lstStyle/>
          <a:p>
            <a:r>
              <a:rPr lang="nl-NL" err="1"/>
              <a:t>Create</a:t>
            </a:r>
            <a:r>
              <a:rPr lang="nl-NL"/>
              <a:t> LME </a:t>
            </a:r>
            <a:r>
              <a:rPr lang="nl-NL" err="1"/>
              <a:t>models</a:t>
            </a:r>
            <a:endParaRPr lang="nl-NL"/>
          </a:p>
        </p:txBody>
      </p:sp>
      <p:sp>
        <p:nvSpPr>
          <p:cNvPr id="3" name="Tijdelijke aanduiding voor inhoud 2">
            <a:extLst>
              <a:ext uri="{FF2B5EF4-FFF2-40B4-BE49-F238E27FC236}">
                <a16:creationId xmlns:a16="http://schemas.microsoft.com/office/drawing/2014/main" id="{3916E802-4AEA-169B-8572-EDD94C81CB5B}"/>
              </a:ext>
            </a:extLst>
          </p:cNvPr>
          <p:cNvSpPr>
            <a:spLocks noGrp="1"/>
          </p:cNvSpPr>
          <p:nvPr>
            <p:ph idx="1"/>
          </p:nvPr>
        </p:nvSpPr>
        <p:spPr/>
        <p:txBody>
          <a:bodyPr/>
          <a:lstStyle/>
          <a:p>
            <a:r>
              <a:rPr lang="nl-NL" sz="1800"/>
              <a:t>First we </a:t>
            </a:r>
            <a:r>
              <a:rPr lang="nl-NL" sz="1800" err="1"/>
              <a:t>fitted</a:t>
            </a:r>
            <a:r>
              <a:rPr lang="nl-NL" sz="1800"/>
              <a:t> 3 LME </a:t>
            </a:r>
            <a:r>
              <a:rPr lang="nl-NL" sz="1800" err="1"/>
              <a:t>models</a:t>
            </a:r>
            <a:r>
              <a:rPr lang="nl-NL" sz="1800"/>
              <a:t> </a:t>
            </a:r>
            <a:r>
              <a:rPr lang="nl-NL" sz="1800" err="1"/>
              <a:t>for</a:t>
            </a:r>
            <a:r>
              <a:rPr lang="nl-NL" sz="1800"/>
              <a:t> </a:t>
            </a:r>
            <a:r>
              <a:rPr lang="nl-NL" sz="1800" err="1"/>
              <a:t>each</a:t>
            </a:r>
            <a:r>
              <a:rPr lang="nl-NL" sz="1800"/>
              <a:t> </a:t>
            </a:r>
            <a:r>
              <a:rPr lang="nl-NL" sz="1800" err="1"/>
              <a:t>biomarker</a:t>
            </a:r>
            <a:r>
              <a:rPr lang="nl-NL" sz="1800"/>
              <a:t>: a random </a:t>
            </a:r>
            <a:r>
              <a:rPr lang="nl-NL" sz="1800" err="1"/>
              <a:t>intercept</a:t>
            </a:r>
            <a:r>
              <a:rPr lang="nl-NL" sz="1800"/>
              <a:t> model, </a:t>
            </a:r>
            <a:r>
              <a:rPr lang="en-GB" sz="1800"/>
              <a:t>random Intercept + random slope model and random Intercept + random spline model. Model performance was compared using the Akaike Information Criterion (AIC), where lower AIC values indicates a better fitting model. The results are summarised below. Based on the AIC comparison, the optimal LME model for each biomarker was:</a:t>
            </a:r>
          </a:p>
          <a:p>
            <a:pPr marL="285750" indent="-285750">
              <a:buFont typeface="Arial" panose="020B0604020202020204" pitchFamily="34" charset="0"/>
              <a:buChar char="•"/>
            </a:pPr>
            <a:r>
              <a:rPr lang="en-GB" sz="1800"/>
              <a:t>GFR: random Intercept model</a:t>
            </a:r>
          </a:p>
          <a:p>
            <a:pPr marL="285750" indent="-285750">
              <a:buFont typeface="Arial" panose="020B0604020202020204" pitchFamily="34" charset="0"/>
              <a:buChar char="•"/>
            </a:pPr>
            <a:r>
              <a:rPr lang="en-GB" sz="1800" err="1"/>
              <a:t>Creat</a:t>
            </a:r>
            <a:r>
              <a:rPr lang="en-GB" sz="1800"/>
              <a:t>: random Intercept + random Spline model</a:t>
            </a:r>
          </a:p>
          <a:p>
            <a:pPr marL="285750" indent="-285750">
              <a:buFont typeface="Arial" panose="020B0604020202020204" pitchFamily="34" charset="0"/>
              <a:buChar char="•"/>
            </a:pPr>
            <a:r>
              <a:rPr lang="en-GB" sz="1800"/>
              <a:t>Map: random Intercept + random Spline model</a:t>
            </a:r>
          </a:p>
        </p:txBody>
      </p:sp>
      <p:pic>
        <p:nvPicPr>
          <p:cNvPr id="5" name="Afbeelding 4">
            <a:extLst>
              <a:ext uri="{FF2B5EF4-FFF2-40B4-BE49-F238E27FC236}">
                <a16:creationId xmlns:a16="http://schemas.microsoft.com/office/drawing/2014/main" id="{9161F353-8794-506F-8F25-E50BEA2B4711}"/>
              </a:ext>
            </a:extLst>
          </p:cNvPr>
          <p:cNvPicPr>
            <a:picLocks noChangeAspect="1"/>
          </p:cNvPicPr>
          <p:nvPr/>
        </p:nvPicPr>
        <p:blipFill>
          <a:blip r:embed="rId2"/>
          <a:stretch>
            <a:fillRect/>
          </a:stretch>
        </p:blipFill>
        <p:spPr>
          <a:xfrm>
            <a:off x="1245325" y="4961246"/>
            <a:ext cx="2353911" cy="980797"/>
          </a:xfrm>
          <a:prstGeom prst="rect">
            <a:avLst/>
          </a:prstGeom>
        </p:spPr>
      </p:pic>
      <p:sp>
        <p:nvSpPr>
          <p:cNvPr id="6" name="Tekstvak 5">
            <a:extLst>
              <a:ext uri="{FF2B5EF4-FFF2-40B4-BE49-F238E27FC236}">
                <a16:creationId xmlns:a16="http://schemas.microsoft.com/office/drawing/2014/main" id="{07B3A4D7-D199-C7E7-B295-21E715636CC0}"/>
              </a:ext>
            </a:extLst>
          </p:cNvPr>
          <p:cNvSpPr txBox="1"/>
          <p:nvPr/>
        </p:nvSpPr>
        <p:spPr>
          <a:xfrm>
            <a:off x="1167493" y="6007945"/>
            <a:ext cx="2431744" cy="27699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200">
                <a:latin typeface="Tenorite"/>
                <a:ea typeface="Google Sans Text"/>
                <a:cs typeface="Google Sans Text"/>
              </a:rPr>
              <a:t>Figure 9 - </a:t>
            </a:r>
            <a:r>
              <a:rPr lang="en-US" sz="1200">
                <a:ea typeface="+mn-lt"/>
                <a:cs typeface="+mn-lt"/>
              </a:rPr>
              <a:t>GFR</a:t>
            </a:r>
            <a:endParaRPr lang="nl-NL" sz="1200"/>
          </a:p>
        </p:txBody>
      </p:sp>
      <p:pic>
        <p:nvPicPr>
          <p:cNvPr id="8" name="Afbeelding 7">
            <a:extLst>
              <a:ext uri="{FF2B5EF4-FFF2-40B4-BE49-F238E27FC236}">
                <a16:creationId xmlns:a16="http://schemas.microsoft.com/office/drawing/2014/main" id="{FAAEA617-1133-2C88-A0FA-039B89FF9FEC}"/>
              </a:ext>
            </a:extLst>
          </p:cNvPr>
          <p:cNvPicPr>
            <a:picLocks noChangeAspect="1"/>
          </p:cNvPicPr>
          <p:nvPr/>
        </p:nvPicPr>
        <p:blipFill>
          <a:blip r:embed="rId3"/>
          <a:srcRect t="8174"/>
          <a:stretch>
            <a:fillRect/>
          </a:stretch>
        </p:blipFill>
        <p:spPr>
          <a:xfrm>
            <a:off x="4092802" y="4979819"/>
            <a:ext cx="2120102" cy="973400"/>
          </a:xfrm>
          <a:prstGeom prst="rect">
            <a:avLst/>
          </a:prstGeom>
        </p:spPr>
      </p:pic>
      <p:pic>
        <p:nvPicPr>
          <p:cNvPr id="10" name="Afbeelding 9">
            <a:extLst>
              <a:ext uri="{FF2B5EF4-FFF2-40B4-BE49-F238E27FC236}">
                <a16:creationId xmlns:a16="http://schemas.microsoft.com/office/drawing/2014/main" id="{CA003CBF-465E-2F37-5D7A-5A9EC8C0EC1F}"/>
              </a:ext>
            </a:extLst>
          </p:cNvPr>
          <p:cNvPicPr>
            <a:picLocks noChangeAspect="1"/>
          </p:cNvPicPr>
          <p:nvPr/>
        </p:nvPicPr>
        <p:blipFill>
          <a:blip r:embed="rId4"/>
          <a:stretch>
            <a:fillRect/>
          </a:stretch>
        </p:blipFill>
        <p:spPr>
          <a:xfrm>
            <a:off x="6706470" y="4979818"/>
            <a:ext cx="1939493" cy="954827"/>
          </a:xfrm>
          <a:prstGeom prst="rect">
            <a:avLst/>
          </a:prstGeom>
        </p:spPr>
      </p:pic>
      <p:sp>
        <p:nvSpPr>
          <p:cNvPr id="11" name="Tekstvak 10">
            <a:extLst>
              <a:ext uri="{FF2B5EF4-FFF2-40B4-BE49-F238E27FC236}">
                <a16:creationId xmlns:a16="http://schemas.microsoft.com/office/drawing/2014/main" id="{A87EF4D2-8BE1-6A52-10BA-2B9614628292}"/>
              </a:ext>
            </a:extLst>
          </p:cNvPr>
          <p:cNvSpPr txBox="1"/>
          <p:nvPr/>
        </p:nvSpPr>
        <p:spPr>
          <a:xfrm>
            <a:off x="4092802" y="5953219"/>
            <a:ext cx="2431744" cy="27699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200">
                <a:latin typeface="Tenorite"/>
                <a:ea typeface="Google Sans Text"/>
                <a:cs typeface="Google Sans Text"/>
              </a:rPr>
              <a:t>Figure 10 - </a:t>
            </a:r>
            <a:r>
              <a:rPr lang="en-US" sz="1200">
                <a:ea typeface="+mn-lt"/>
                <a:cs typeface="+mn-lt"/>
              </a:rPr>
              <a:t>CREAT</a:t>
            </a:r>
            <a:endParaRPr lang="nl-NL" sz="1200">
              <a:ea typeface="+mn-lt"/>
              <a:cs typeface="+mn-lt"/>
            </a:endParaRPr>
          </a:p>
        </p:txBody>
      </p:sp>
      <p:sp>
        <p:nvSpPr>
          <p:cNvPr id="12" name="Tekstvak 11">
            <a:extLst>
              <a:ext uri="{FF2B5EF4-FFF2-40B4-BE49-F238E27FC236}">
                <a16:creationId xmlns:a16="http://schemas.microsoft.com/office/drawing/2014/main" id="{91315A43-4B66-4C3B-876A-EF0824E02AB1}"/>
              </a:ext>
            </a:extLst>
          </p:cNvPr>
          <p:cNvSpPr txBox="1"/>
          <p:nvPr/>
        </p:nvSpPr>
        <p:spPr>
          <a:xfrm>
            <a:off x="6706469" y="5953218"/>
            <a:ext cx="2431744" cy="27699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200">
                <a:latin typeface="Tenorite"/>
                <a:ea typeface="Google Sans Text"/>
                <a:cs typeface="Google Sans Text"/>
              </a:rPr>
              <a:t>Figure 11 - </a:t>
            </a:r>
            <a:r>
              <a:rPr lang="en-US" sz="1200">
                <a:latin typeface="Tenorite"/>
                <a:ea typeface="+mn-lt"/>
                <a:cs typeface="+mn-lt"/>
              </a:rPr>
              <a:t>MAP</a:t>
            </a:r>
            <a:endParaRPr lang="nl-NL" sz="1200"/>
          </a:p>
        </p:txBody>
      </p:sp>
    </p:spTree>
    <p:extLst>
      <p:ext uri="{BB962C8B-B14F-4D97-AF65-F5344CB8AC3E}">
        <p14:creationId xmlns:p14="http://schemas.microsoft.com/office/powerpoint/2010/main" val="320836580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83F76408-DCCF-70E7-9CDF-7A721FF2F413}"/>
              </a:ext>
            </a:extLst>
          </p:cNvPr>
          <p:cNvSpPr>
            <a:spLocks noGrp="1"/>
          </p:cNvSpPr>
          <p:nvPr>
            <p:ph type="title"/>
          </p:nvPr>
        </p:nvSpPr>
        <p:spPr>
          <a:xfrm>
            <a:off x="534888" y="-884266"/>
            <a:ext cx="9779183" cy="1570038"/>
          </a:xfrm>
        </p:spPr>
        <p:txBody>
          <a:bodyPr/>
          <a:lstStyle/>
          <a:p>
            <a:r>
              <a:rPr lang="nl-NL" err="1"/>
              <a:t>Assumptions</a:t>
            </a:r>
            <a:r>
              <a:rPr lang="nl-NL"/>
              <a:t> LME </a:t>
            </a:r>
            <a:r>
              <a:rPr lang="nl-NL" err="1"/>
              <a:t>models</a:t>
            </a:r>
          </a:p>
        </p:txBody>
      </p:sp>
      <p:sp>
        <p:nvSpPr>
          <p:cNvPr id="3" name="Tijdelijke aanduiding voor inhoud 2">
            <a:extLst>
              <a:ext uri="{FF2B5EF4-FFF2-40B4-BE49-F238E27FC236}">
                <a16:creationId xmlns:a16="http://schemas.microsoft.com/office/drawing/2014/main" id="{AF9B6A01-13DB-7F44-7530-F1E34A3EEAB3}"/>
              </a:ext>
            </a:extLst>
          </p:cNvPr>
          <p:cNvSpPr>
            <a:spLocks noGrp="1"/>
          </p:cNvSpPr>
          <p:nvPr>
            <p:ph idx="1"/>
          </p:nvPr>
        </p:nvSpPr>
        <p:spPr>
          <a:xfrm>
            <a:off x="534889" y="790869"/>
            <a:ext cx="5350957" cy="5394020"/>
          </a:xfrm>
        </p:spPr>
        <p:txBody>
          <a:bodyPr vert="horz" lIns="91440" tIns="45720" rIns="91440" bIns="45720" rtlCol="0" anchor="t">
            <a:noAutofit/>
          </a:bodyPr>
          <a:lstStyle/>
          <a:p>
            <a:pPr marL="514350" indent="-514350">
              <a:buAutoNum type="arabicParenR"/>
            </a:pPr>
            <a:r>
              <a:rPr lang="nl-NL" sz="1400" err="1"/>
              <a:t>Residual</a:t>
            </a:r>
            <a:r>
              <a:rPr lang="nl-NL" sz="1400"/>
              <a:t> </a:t>
            </a:r>
            <a:r>
              <a:rPr lang="nl-NL" sz="1400" err="1"/>
              <a:t>normality</a:t>
            </a:r>
            <a:r>
              <a:rPr lang="nl-NL" sz="1400"/>
              <a:t>: </a:t>
            </a:r>
            <a:r>
              <a:rPr lang="nl-NL" sz="1400" err="1"/>
              <a:t>Residual</a:t>
            </a:r>
            <a:r>
              <a:rPr lang="nl-NL" sz="1400"/>
              <a:t> </a:t>
            </a:r>
            <a:r>
              <a:rPr lang="nl-NL" sz="1400" err="1"/>
              <a:t>diagnostics</a:t>
            </a:r>
            <a:r>
              <a:rPr lang="nl-NL" sz="1400"/>
              <a:t> </a:t>
            </a:r>
            <a:r>
              <a:rPr lang="nl-NL" sz="1400" err="1"/>
              <a:t>for</a:t>
            </a:r>
            <a:r>
              <a:rPr lang="nl-NL" sz="1400"/>
              <a:t> </a:t>
            </a:r>
            <a:r>
              <a:rPr lang="nl-NL" sz="1400" err="1"/>
              <a:t>the</a:t>
            </a:r>
            <a:r>
              <a:rPr lang="nl-NL" sz="1400"/>
              <a:t> </a:t>
            </a:r>
            <a:r>
              <a:rPr lang="nl-NL" sz="1400" err="1"/>
              <a:t>three</a:t>
            </a:r>
            <a:r>
              <a:rPr lang="nl-NL" sz="1400"/>
              <a:t> LME </a:t>
            </a:r>
            <a:r>
              <a:rPr lang="nl-NL" sz="1400" err="1"/>
              <a:t>models</a:t>
            </a:r>
            <a:r>
              <a:rPr lang="nl-NL" sz="1400"/>
              <a:t> (GFR, creatinine </a:t>
            </a:r>
            <a:r>
              <a:rPr lang="nl-NL" sz="1400" err="1"/>
              <a:t>and</a:t>
            </a:r>
            <a:r>
              <a:rPr lang="nl-NL" sz="1400"/>
              <a:t> MAP) </a:t>
            </a:r>
            <a:r>
              <a:rPr lang="nl-NL" sz="1400" err="1"/>
              <a:t>showed</a:t>
            </a:r>
            <a:r>
              <a:rPr lang="nl-NL" sz="1400"/>
              <a:t> </a:t>
            </a:r>
            <a:r>
              <a:rPr lang="nl-NL" sz="1400" err="1"/>
              <a:t>that</a:t>
            </a:r>
            <a:r>
              <a:rPr lang="nl-NL" sz="1400"/>
              <a:t> </a:t>
            </a:r>
            <a:r>
              <a:rPr lang="nl-NL" sz="1400" err="1"/>
              <a:t>the</a:t>
            </a:r>
            <a:r>
              <a:rPr lang="nl-NL" sz="1400"/>
              <a:t> </a:t>
            </a:r>
            <a:r>
              <a:rPr lang="nl-NL" sz="1400" err="1"/>
              <a:t>normalized</a:t>
            </a:r>
            <a:r>
              <a:rPr lang="nl-NL" sz="1400"/>
              <a:t> </a:t>
            </a:r>
            <a:r>
              <a:rPr lang="nl-NL" sz="1400" err="1"/>
              <a:t>residuals</a:t>
            </a:r>
            <a:r>
              <a:rPr lang="nl-NL" sz="1400"/>
              <a:t> </a:t>
            </a:r>
            <a:r>
              <a:rPr lang="nl-NL" sz="1400" err="1"/>
              <a:t>generally</a:t>
            </a:r>
            <a:r>
              <a:rPr lang="nl-NL" sz="1400"/>
              <a:t> </a:t>
            </a:r>
            <a:r>
              <a:rPr lang="nl-NL" sz="1400" err="1"/>
              <a:t>centered</a:t>
            </a:r>
            <a:r>
              <a:rPr lang="nl-NL" sz="1400"/>
              <a:t> </a:t>
            </a:r>
            <a:r>
              <a:rPr lang="nl-NL" sz="1400" err="1"/>
              <a:t>around</a:t>
            </a:r>
            <a:r>
              <a:rPr lang="nl-NL" sz="1400"/>
              <a:t> zero. The </a:t>
            </a:r>
            <a:r>
              <a:rPr lang="nl-NL" sz="1400" err="1"/>
              <a:t>normal</a:t>
            </a:r>
            <a:r>
              <a:rPr lang="nl-NL" sz="1400"/>
              <a:t> QQ plts also showed normality with only small deviations at the tails. Therefore, the assumption was met.</a:t>
            </a:r>
          </a:p>
          <a:p>
            <a:pPr marL="514350" indent="-514350">
              <a:buAutoNum type="arabicParenR"/>
            </a:pPr>
            <a:r>
              <a:rPr lang="nl-NL" sz="1400"/>
              <a:t>Homoscedasticity was evaluated using residuals vs fitted plots for all three longitudinal mixed-effects models. In each model, the residuals displayed a contstant variance across the range of fitted values. Overall, some outliers were present and a slight diagonal shape can be seen for MAP. Despite this minor deviation, the assumption of homoscedasticity was met. </a:t>
            </a:r>
          </a:p>
          <a:p>
            <a:pPr marL="514350" indent="-514350">
              <a:buAutoNum type="arabicParenR"/>
            </a:pPr>
            <a:r>
              <a:rPr lang="nl-NL" sz="1400" err="1"/>
              <a:t>Normality</a:t>
            </a:r>
            <a:r>
              <a:rPr lang="nl-NL" sz="1400"/>
              <a:t> of random effects was checked using QQ plots for the random intercepts and spline terms of the GFR, creatinine and MAP LME models. Across biomarkers, the majority of the dots followed the line (normal distribution). There were some mild deviations in the tails. Overall, the assumption was met. For convenience, we added only 4 plots.</a:t>
            </a:r>
            <a:endParaRPr lang="nl-NL" sz="1200"/>
          </a:p>
        </p:txBody>
      </p:sp>
      <p:pic>
        <p:nvPicPr>
          <p:cNvPr id="4" name="Afbeelding 3" descr="Afbeelding met tekst, schermopname, diagram, lijn&#10;&#10;Door AI gegenereerde inhoud is mogelijk onjuist.">
            <a:extLst>
              <a:ext uri="{FF2B5EF4-FFF2-40B4-BE49-F238E27FC236}">
                <a16:creationId xmlns:a16="http://schemas.microsoft.com/office/drawing/2014/main" id="{EC039980-BF19-990C-1915-C081F69BE1B5}"/>
              </a:ext>
            </a:extLst>
          </p:cNvPr>
          <p:cNvPicPr>
            <a:picLocks noChangeAspect="1"/>
          </p:cNvPicPr>
          <p:nvPr/>
        </p:nvPicPr>
        <p:blipFill>
          <a:blip r:embed="rId2"/>
          <a:stretch>
            <a:fillRect/>
          </a:stretch>
        </p:blipFill>
        <p:spPr>
          <a:xfrm>
            <a:off x="5993308" y="790754"/>
            <a:ext cx="2016932" cy="1581512"/>
          </a:xfrm>
          <a:prstGeom prst="rect">
            <a:avLst/>
          </a:prstGeom>
        </p:spPr>
      </p:pic>
      <p:pic>
        <p:nvPicPr>
          <p:cNvPr id="6" name="Afbeelding 5" descr="Afbeelding met tekst, diagram, schermopname, Perceel&#10;&#10;Door AI gegenereerde inhoud is mogelijk onjuist.">
            <a:extLst>
              <a:ext uri="{FF2B5EF4-FFF2-40B4-BE49-F238E27FC236}">
                <a16:creationId xmlns:a16="http://schemas.microsoft.com/office/drawing/2014/main" id="{5F273D94-5D0C-6310-B741-C64EF60598F0}"/>
              </a:ext>
            </a:extLst>
          </p:cNvPr>
          <p:cNvPicPr>
            <a:picLocks noChangeAspect="1"/>
          </p:cNvPicPr>
          <p:nvPr/>
        </p:nvPicPr>
        <p:blipFill>
          <a:blip r:embed="rId3"/>
          <a:stretch>
            <a:fillRect/>
          </a:stretch>
        </p:blipFill>
        <p:spPr>
          <a:xfrm>
            <a:off x="8067809" y="790754"/>
            <a:ext cx="1879211" cy="1581511"/>
          </a:xfrm>
          <a:prstGeom prst="rect">
            <a:avLst/>
          </a:prstGeom>
        </p:spPr>
      </p:pic>
      <p:pic>
        <p:nvPicPr>
          <p:cNvPr id="7" name="Afbeelding 6" descr="Afbeelding met tekst, lijn, diagram, Perceel&#10;&#10;Door AI gegenereerde inhoud is mogelijk onjuist.">
            <a:extLst>
              <a:ext uri="{FF2B5EF4-FFF2-40B4-BE49-F238E27FC236}">
                <a16:creationId xmlns:a16="http://schemas.microsoft.com/office/drawing/2014/main" id="{C8D31133-1066-CFF9-EAEC-68E4280DA5AC}"/>
              </a:ext>
            </a:extLst>
          </p:cNvPr>
          <p:cNvPicPr>
            <a:picLocks noChangeAspect="1"/>
          </p:cNvPicPr>
          <p:nvPr/>
        </p:nvPicPr>
        <p:blipFill>
          <a:blip r:embed="rId4"/>
          <a:stretch>
            <a:fillRect/>
          </a:stretch>
        </p:blipFill>
        <p:spPr>
          <a:xfrm>
            <a:off x="10025404" y="790754"/>
            <a:ext cx="2018436" cy="1581511"/>
          </a:xfrm>
          <a:prstGeom prst="rect">
            <a:avLst/>
          </a:prstGeom>
        </p:spPr>
      </p:pic>
      <p:pic>
        <p:nvPicPr>
          <p:cNvPr id="8" name="Afbeelding 7" descr="Afbeelding met tekst, diagram, schermopname, lijn&#10;&#10;Door AI gegenereerde inhoud is mogelijk onjuist.">
            <a:extLst>
              <a:ext uri="{FF2B5EF4-FFF2-40B4-BE49-F238E27FC236}">
                <a16:creationId xmlns:a16="http://schemas.microsoft.com/office/drawing/2014/main" id="{DC53001A-CD5C-4A22-06F4-F0B79C28AE39}"/>
              </a:ext>
            </a:extLst>
          </p:cNvPr>
          <p:cNvPicPr>
            <a:picLocks noChangeAspect="1"/>
          </p:cNvPicPr>
          <p:nvPr/>
        </p:nvPicPr>
        <p:blipFill>
          <a:blip r:embed="rId5"/>
          <a:stretch>
            <a:fillRect/>
          </a:stretch>
        </p:blipFill>
        <p:spPr>
          <a:xfrm>
            <a:off x="5992622" y="2573548"/>
            <a:ext cx="2032682" cy="1696528"/>
          </a:xfrm>
          <a:prstGeom prst="rect">
            <a:avLst/>
          </a:prstGeom>
        </p:spPr>
      </p:pic>
      <p:pic>
        <p:nvPicPr>
          <p:cNvPr id="9" name="Afbeelding 8" descr="Afbeelding met tekst, schermopname, diagram, Perceel&#10;&#10;Door AI gegenereerde inhoud is mogelijk onjuist.">
            <a:extLst>
              <a:ext uri="{FF2B5EF4-FFF2-40B4-BE49-F238E27FC236}">
                <a16:creationId xmlns:a16="http://schemas.microsoft.com/office/drawing/2014/main" id="{FF758931-4BD8-66AD-9475-C191EBCB890A}"/>
              </a:ext>
            </a:extLst>
          </p:cNvPr>
          <p:cNvPicPr>
            <a:picLocks noChangeAspect="1"/>
          </p:cNvPicPr>
          <p:nvPr/>
        </p:nvPicPr>
        <p:blipFill>
          <a:blip r:embed="rId6"/>
          <a:stretch>
            <a:fillRect/>
          </a:stretch>
        </p:blipFill>
        <p:spPr>
          <a:xfrm>
            <a:off x="8071525" y="2573548"/>
            <a:ext cx="1871780" cy="1696528"/>
          </a:xfrm>
          <a:prstGeom prst="rect">
            <a:avLst/>
          </a:prstGeom>
        </p:spPr>
      </p:pic>
      <p:pic>
        <p:nvPicPr>
          <p:cNvPr id="10" name="Afbeelding 9" descr="Afbeelding met tekst, schermopname, diagram, lijn&#10;&#10;Door AI gegenereerde inhoud is mogelijk onjuist.">
            <a:extLst>
              <a:ext uri="{FF2B5EF4-FFF2-40B4-BE49-F238E27FC236}">
                <a16:creationId xmlns:a16="http://schemas.microsoft.com/office/drawing/2014/main" id="{F774C501-B78B-3564-B9CC-85D0E8B12CAD}"/>
              </a:ext>
            </a:extLst>
          </p:cNvPr>
          <p:cNvPicPr>
            <a:picLocks noChangeAspect="1"/>
          </p:cNvPicPr>
          <p:nvPr/>
        </p:nvPicPr>
        <p:blipFill>
          <a:blip r:embed="rId7"/>
          <a:stretch>
            <a:fillRect/>
          </a:stretch>
        </p:blipFill>
        <p:spPr>
          <a:xfrm>
            <a:off x="9952847" y="2573547"/>
            <a:ext cx="2134793" cy="1696528"/>
          </a:xfrm>
          <a:prstGeom prst="rect">
            <a:avLst/>
          </a:prstGeom>
        </p:spPr>
      </p:pic>
      <p:pic>
        <p:nvPicPr>
          <p:cNvPr id="11" name="Afbeelding 10" descr="Afbeelding met tekst, schermopname, diagram, Perceel&#10;&#10;Door AI gegenereerde inhoud is mogelijk onjuist.">
            <a:extLst>
              <a:ext uri="{FF2B5EF4-FFF2-40B4-BE49-F238E27FC236}">
                <a16:creationId xmlns:a16="http://schemas.microsoft.com/office/drawing/2014/main" id="{8773F65B-877D-5297-4D41-949547B0C583}"/>
              </a:ext>
            </a:extLst>
          </p:cNvPr>
          <p:cNvPicPr>
            <a:picLocks noChangeAspect="1"/>
          </p:cNvPicPr>
          <p:nvPr/>
        </p:nvPicPr>
        <p:blipFill>
          <a:blip r:embed="rId8"/>
          <a:stretch>
            <a:fillRect/>
          </a:stretch>
        </p:blipFill>
        <p:spPr>
          <a:xfrm>
            <a:off x="518753" y="4804823"/>
            <a:ext cx="2528081" cy="1777223"/>
          </a:xfrm>
          <a:prstGeom prst="rect">
            <a:avLst/>
          </a:prstGeom>
        </p:spPr>
      </p:pic>
      <p:pic>
        <p:nvPicPr>
          <p:cNvPr id="12" name="Afbeelding 11" descr="Afbeelding met tekst, schermopname, lijn, Perceel&#10;&#10;Door AI gegenereerde inhoud is mogelijk onjuist.">
            <a:extLst>
              <a:ext uri="{FF2B5EF4-FFF2-40B4-BE49-F238E27FC236}">
                <a16:creationId xmlns:a16="http://schemas.microsoft.com/office/drawing/2014/main" id="{5D3BA5C5-0DE9-B6B5-02DA-16E595F3CADB}"/>
              </a:ext>
            </a:extLst>
          </p:cNvPr>
          <p:cNvPicPr>
            <a:picLocks noChangeAspect="1"/>
          </p:cNvPicPr>
          <p:nvPr/>
        </p:nvPicPr>
        <p:blipFill>
          <a:blip r:embed="rId9"/>
          <a:stretch>
            <a:fillRect/>
          </a:stretch>
        </p:blipFill>
        <p:spPr>
          <a:xfrm>
            <a:off x="3247492" y="4807381"/>
            <a:ext cx="2535987" cy="1795553"/>
          </a:xfrm>
          <a:prstGeom prst="rect">
            <a:avLst/>
          </a:prstGeom>
        </p:spPr>
      </p:pic>
      <p:pic>
        <p:nvPicPr>
          <p:cNvPr id="13" name="Afbeelding 12" descr="Afbeelding met tekst, diagram, Perceel, lijn&#10;&#10;Door AI gegenereerde inhoud is mogelijk onjuist.">
            <a:extLst>
              <a:ext uri="{FF2B5EF4-FFF2-40B4-BE49-F238E27FC236}">
                <a16:creationId xmlns:a16="http://schemas.microsoft.com/office/drawing/2014/main" id="{5ED81D67-7980-2B91-A457-8AC3925DA697}"/>
              </a:ext>
            </a:extLst>
          </p:cNvPr>
          <p:cNvPicPr>
            <a:picLocks noChangeAspect="1"/>
          </p:cNvPicPr>
          <p:nvPr/>
        </p:nvPicPr>
        <p:blipFill>
          <a:blip r:embed="rId10"/>
          <a:stretch>
            <a:fillRect/>
          </a:stretch>
        </p:blipFill>
        <p:spPr>
          <a:xfrm>
            <a:off x="5992828" y="4799141"/>
            <a:ext cx="2981173" cy="1787590"/>
          </a:xfrm>
          <a:prstGeom prst="rect">
            <a:avLst/>
          </a:prstGeom>
        </p:spPr>
      </p:pic>
      <p:pic>
        <p:nvPicPr>
          <p:cNvPr id="15" name="Afbeelding 14" descr="Afbeelding met tekst, diagram, Perceel, lijn&#10;&#10;Door AI gegenereerde inhoud is mogelijk onjuist.">
            <a:extLst>
              <a:ext uri="{FF2B5EF4-FFF2-40B4-BE49-F238E27FC236}">
                <a16:creationId xmlns:a16="http://schemas.microsoft.com/office/drawing/2014/main" id="{6502EDEE-3C4C-B8F3-EB76-91A44ADAB230}"/>
              </a:ext>
            </a:extLst>
          </p:cNvPr>
          <p:cNvPicPr>
            <a:picLocks noChangeAspect="1"/>
          </p:cNvPicPr>
          <p:nvPr/>
        </p:nvPicPr>
        <p:blipFill>
          <a:blip r:embed="rId11"/>
          <a:stretch>
            <a:fillRect/>
          </a:stretch>
        </p:blipFill>
        <p:spPr>
          <a:xfrm>
            <a:off x="9118536" y="4800331"/>
            <a:ext cx="2951284" cy="1782005"/>
          </a:xfrm>
          <a:prstGeom prst="rect">
            <a:avLst/>
          </a:prstGeom>
        </p:spPr>
      </p:pic>
      <p:sp>
        <p:nvSpPr>
          <p:cNvPr id="16" name="Tekstvak 15">
            <a:extLst>
              <a:ext uri="{FF2B5EF4-FFF2-40B4-BE49-F238E27FC236}">
                <a16:creationId xmlns:a16="http://schemas.microsoft.com/office/drawing/2014/main" id="{D7DBE7FC-DB22-DE4D-3EA8-28C7CE3B2233}"/>
              </a:ext>
            </a:extLst>
          </p:cNvPr>
          <p:cNvSpPr txBox="1"/>
          <p:nvPr/>
        </p:nvSpPr>
        <p:spPr>
          <a:xfrm>
            <a:off x="7714831" y="2373791"/>
            <a:ext cx="2871361" cy="27699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200">
                <a:latin typeface="Tenorite"/>
                <a:ea typeface="Google Sans Text"/>
                <a:cs typeface="Google Sans Text"/>
              </a:rPr>
              <a:t>Figure 12 - Residual normality Q-Q plots</a:t>
            </a:r>
            <a:endParaRPr lang="en-US" sz="1200"/>
          </a:p>
        </p:txBody>
      </p:sp>
      <p:sp>
        <p:nvSpPr>
          <p:cNvPr id="17" name="Tekstvak 16">
            <a:extLst>
              <a:ext uri="{FF2B5EF4-FFF2-40B4-BE49-F238E27FC236}">
                <a16:creationId xmlns:a16="http://schemas.microsoft.com/office/drawing/2014/main" id="{E87F3CF7-2B1D-40FA-9C32-4DE57A270A4D}"/>
              </a:ext>
            </a:extLst>
          </p:cNvPr>
          <p:cNvSpPr txBox="1"/>
          <p:nvPr/>
        </p:nvSpPr>
        <p:spPr>
          <a:xfrm>
            <a:off x="7814475" y="4267067"/>
            <a:ext cx="2584145" cy="27699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200">
                <a:latin typeface="Tenorite"/>
                <a:ea typeface="Google Sans Text"/>
                <a:cs typeface="Google Sans Text"/>
              </a:rPr>
              <a:t>Figure 13 - residuals vs fitted plots</a:t>
            </a:r>
            <a:endParaRPr lang="en-US" sz="1200"/>
          </a:p>
        </p:txBody>
      </p:sp>
      <p:sp>
        <p:nvSpPr>
          <p:cNvPr id="18" name="Tekstvak 17">
            <a:extLst>
              <a:ext uri="{FF2B5EF4-FFF2-40B4-BE49-F238E27FC236}">
                <a16:creationId xmlns:a16="http://schemas.microsoft.com/office/drawing/2014/main" id="{C52D04F6-CA02-81CA-863B-F248DB4F4A67}"/>
              </a:ext>
            </a:extLst>
          </p:cNvPr>
          <p:cNvSpPr txBox="1"/>
          <p:nvPr/>
        </p:nvSpPr>
        <p:spPr>
          <a:xfrm>
            <a:off x="4285828" y="6588235"/>
            <a:ext cx="2584145" cy="27699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200">
                <a:latin typeface="Tenorite"/>
                <a:ea typeface="Google Sans Text"/>
                <a:cs typeface="Google Sans Text"/>
              </a:rPr>
              <a:t>Figure 14 - residuals vs fitted plots</a:t>
            </a:r>
            <a:endParaRPr lang="en-US" sz="1200"/>
          </a:p>
        </p:txBody>
      </p:sp>
    </p:spTree>
    <p:extLst>
      <p:ext uri="{BB962C8B-B14F-4D97-AF65-F5344CB8AC3E}">
        <p14:creationId xmlns:p14="http://schemas.microsoft.com/office/powerpoint/2010/main" val="129104615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4844CF75-69CF-43D0-5630-3864F9DC96B6}"/>
              </a:ext>
            </a:extLst>
          </p:cNvPr>
          <p:cNvSpPr>
            <a:spLocks noGrp="1"/>
          </p:cNvSpPr>
          <p:nvPr>
            <p:ph type="title"/>
          </p:nvPr>
        </p:nvSpPr>
        <p:spPr/>
        <p:txBody>
          <a:bodyPr/>
          <a:lstStyle/>
          <a:p>
            <a:r>
              <a:rPr lang="en-GB"/>
              <a:t>Joint Cox–LME model</a:t>
            </a:r>
            <a:br>
              <a:rPr lang="en-GB"/>
            </a:br>
            <a:r>
              <a:rPr kumimoji="0" lang="en-US" sz="2800" b="0" i="0" u="none" strike="noStrike" kern="1200" cap="none" spc="0" normalizeH="0" baseline="0" noProof="0">
                <a:ln>
                  <a:noFill/>
                </a:ln>
                <a:solidFill>
                  <a:prstClr val="black"/>
                </a:solidFill>
                <a:effectLst/>
                <a:uLnTx/>
                <a:uFillTx/>
                <a:latin typeface="Tenorite"/>
                <a:ea typeface="+mj-ea"/>
                <a:cs typeface="+mj-cs"/>
              </a:rPr>
              <a:t>GFR</a:t>
            </a:r>
            <a:endParaRPr lang="en-GB"/>
          </a:p>
        </p:txBody>
      </p:sp>
      <p:sp>
        <p:nvSpPr>
          <p:cNvPr id="3" name="Tijdelijke aanduiding voor inhoud 2">
            <a:extLst>
              <a:ext uri="{FF2B5EF4-FFF2-40B4-BE49-F238E27FC236}">
                <a16:creationId xmlns:a16="http://schemas.microsoft.com/office/drawing/2014/main" id="{FB7E91DF-C770-6568-EC51-FDA64A848A94}"/>
              </a:ext>
            </a:extLst>
          </p:cNvPr>
          <p:cNvSpPr>
            <a:spLocks noGrp="1"/>
          </p:cNvSpPr>
          <p:nvPr>
            <p:ph idx="1"/>
          </p:nvPr>
        </p:nvSpPr>
        <p:spPr/>
        <p:txBody>
          <a:bodyPr vert="horz" lIns="91440" tIns="45720" rIns="91440" bIns="45720" rtlCol="0" anchor="t">
            <a:noAutofit/>
          </a:bodyPr>
          <a:lstStyle/>
          <a:p>
            <a:r>
              <a:rPr lang="en-GB" sz="1800"/>
              <a:t>We fitted a joint model combining the linear mixed-effects model for longitudinal GFR with a Weibull survival model for time to graft failure. The model included 3,858 GFR measurements from 838 patients (with 268 graft failures).</a:t>
            </a:r>
          </a:p>
          <a:p>
            <a:r>
              <a:rPr lang="en-GB" sz="1800"/>
              <a:t>Longitudinal: GFR at 3 months post-transplant was approximately 46 ml/min. The spline model showed a nonlinear GFR with a moderate early development followed by a gradual decline. There was considerable between-patient variation (SD = 14.5 ml/min).</a:t>
            </a:r>
          </a:p>
          <a:p>
            <a:r>
              <a:rPr lang="en-GB" sz="1800"/>
              <a:t>Survival: Older age (HR 1.03 per year), male sex (HR 1.60) and haemodialysis in a centre (HR 1.37) increased the risk of graft failure. Other baseline characteristics were not significantly associated with the event.</a:t>
            </a:r>
          </a:p>
          <a:p>
            <a:r>
              <a:rPr lang="en-GB" sz="1800"/>
              <a:t>The association parameter was significantly negative (alpha = -0.0516, p&lt; 0.001), corresponding to a hazard ratio of 0.95 per 1 ml/min higher current GFR. This means that better graft function is very protective. This means that a 10 ml/min higher GFR reduces the hazard of graft failure by 40%.</a:t>
            </a:r>
          </a:p>
          <a:p>
            <a:r>
              <a:rPr lang="en-GB" sz="1800"/>
              <a:t>The joint model shows that the trajectory of GFR over time is closely linked to graft survival and that current GFR is a strong dynamic predictor of graft failure.</a:t>
            </a:r>
          </a:p>
        </p:txBody>
      </p:sp>
    </p:spTree>
    <p:extLst>
      <p:ext uri="{BB962C8B-B14F-4D97-AF65-F5344CB8AC3E}">
        <p14:creationId xmlns:p14="http://schemas.microsoft.com/office/powerpoint/2010/main" val="336212813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38E2020-6746-DECB-5263-DAC5BD1B2FC4}"/>
            </a:ext>
          </a:extLst>
        </p:cNvPr>
        <p:cNvGrpSpPr/>
        <p:nvPr/>
      </p:nvGrpSpPr>
      <p:grpSpPr>
        <a:xfrm>
          <a:off x="0" y="0"/>
          <a:ext cx="0" cy="0"/>
          <a:chOff x="0" y="0"/>
          <a:chExt cx="0" cy="0"/>
        </a:xfrm>
      </p:grpSpPr>
      <p:sp>
        <p:nvSpPr>
          <p:cNvPr id="2" name="Titel 1">
            <a:extLst>
              <a:ext uri="{FF2B5EF4-FFF2-40B4-BE49-F238E27FC236}">
                <a16:creationId xmlns:a16="http://schemas.microsoft.com/office/drawing/2014/main" id="{FADBE7CE-41A2-16DD-7499-A5D0C12171E8}"/>
              </a:ext>
            </a:extLst>
          </p:cNvPr>
          <p:cNvSpPr>
            <a:spLocks noGrp="1"/>
          </p:cNvSpPr>
          <p:nvPr>
            <p:ph type="title"/>
          </p:nvPr>
        </p:nvSpPr>
        <p:spPr/>
        <p:txBody>
          <a:bodyPr/>
          <a:lstStyle/>
          <a:p>
            <a:r>
              <a:rPr lang="en-GB"/>
              <a:t>Joint Cox–LME model</a:t>
            </a:r>
            <a:br>
              <a:rPr lang="en-GB"/>
            </a:br>
            <a:r>
              <a:rPr kumimoji="0" lang="en-US" sz="2800" b="0" i="0" u="none" strike="noStrike" kern="1200" cap="none" spc="0" normalizeH="0" baseline="0" noProof="0">
                <a:ln>
                  <a:noFill/>
                </a:ln>
                <a:solidFill>
                  <a:prstClr val="black"/>
                </a:solidFill>
                <a:effectLst/>
                <a:uLnTx/>
                <a:uFillTx/>
                <a:latin typeface="Tenorite"/>
                <a:ea typeface="+mj-ea"/>
                <a:cs typeface="+mj-cs"/>
              </a:rPr>
              <a:t>CREAT</a:t>
            </a:r>
            <a:endParaRPr lang="en-GB"/>
          </a:p>
        </p:txBody>
      </p:sp>
      <p:sp>
        <p:nvSpPr>
          <p:cNvPr id="3" name="Tijdelijke aanduiding voor inhoud 2">
            <a:extLst>
              <a:ext uri="{FF2B5EF4-FFF2-40B4-BE49-F238E27FC236}">
                <a16:creationId xmlns:a16="http://schemas.microsoft.com/office/drawing/2014/main" id="{C4F65A35-3C11-04C0-3EF9-04A48DA9BC6A}"/>
              </a:ext>
            </a:extLst>
          </p:cNvPr>
          <p:cNvSpPr>
            <a:spLocks noGrp="1"/>
          </p:cNvSpPr>
          <p:nvPr>
            <p:ph idx="1"/>
          </p:nvPr>
        </p:nvSpPr>
        <p:spPr/>
        <p:txBody>
          <a:bodyPr vert="horz" lIns="91440" tIns="45720" rIns="91440" bIns="45720" rtlCol="0" anchor="t">
            <a:noAutofit/>
          </a:bodyPr>
          <a:lstStyle/>
          <a:p>
            <a:r>
              <a:rPr lang="en-GB" sz="1800"/>
              <a:t>Another joint model was fitted linking a linear mixed-effects model for longitudinal creatinine with a </a:t>
            </a:r>
            <a:r>
              <a:rPr lang="en-GB" sz="1800" err="1"/>
              <a:t>weibull</a:t>
            </a:r>
            <a:r>
              <a:rPr lang="en-GB" sz="1800"/>
              <a:t> survival model for graft failure. The model included 4,047 creatinine measurements from 838 patients (with 268 graft failures). </a:t>
            </a:r>
            <a:endParaRPr lang="nl-NL"/>
          </a:p>
          <a:p>
            <a:r>
              <a:rPr lang="en-GB" sz="1800"/>
              <a:t>Longitudinal part: Baseline creatinine at 3 months was approximately 162 </a:t>
            </a:r>
            <a:r>
              <a:rPr lang="en-GB" sz="1800" err="1"/>
              <a:t>millimol</a:t>
            </a:r>
            <a:r>
              <a:rPr lang="en-GB" sz="1800"/>
              <a:t>/L, with substantial between patient variation (SD=50). The spline term for the later follow-up period was significant, indicating a nonlinear trajectory over time. The predicted curves show moderate fluctuations and a gradual increase over the years, consistent with renal function decline.</a:t>
            </a:r>
          </a:p>
          <a:p>
            <a:r>
              <a:rPr lang="en-GB" sz="1800"/>
              <a:t>The recipient age (HR 1.05 per year, p&lt;0.01) and haemodialysis in a centre (HR 1.54, p= 0.0047) were associated with higher graft-failure risk. Other baseline variables were not significant.</a:t>
            </a:r>
          </a:p>
          <a:p>
            <a:r>
              <a:rPr lang="en-GB" sz="1800"/>
              <a:t>The association parameter was alpha = +0.0129 with p&lt; 0.001. The HR per 1 </a:t>
            </a:r>
            <a:r>
              <a:rPr lang="en-GB" sz="1800" err="1"/>
              <a:t>micromol</a:t>
            </a:r>
            <a:r>
              <a:rPr lang="en-GB" sz="1800"/>
              <a:t>/L increase  = 1.013. Therefore, higher current creatinine levels are strongly associated with an increased hazard of graft failure. We conclude that creatinine is also a strong predictor of graft failure: as creatinine rises, the risk of graft loss increases.</a:t>
            </a:r>
          </a:p>
        </p:txBody>
      </p:sp>
    </p:spTree>
    <p:extLst>
      <p:ext uri="{BB962C8B-B14F-4D97-AF65-F5344CB8AC3E}">
        <p14:creationId xmlns:p14="http://schemas.microsoft.com/office/powerpoint/2010/main" val="371832959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56848F8-ED18-2284-CB3A-AEACFB645724}"/>
            </a:ext>
          </a:extLst>
        </p:cNvPr>
        <p:cNvGrpSpPr/>
        <p:nvPr/>
      </p:nvGrpSpPr>
      <p:grpSpPr>
        <a:xfrm>
          <a:off x="0" y="0"/>
          <a:ext cx="0" cy="0"/>
          <a:chOff x="0" y="0"/>
          <a:chExt cx="0" cy="0"/>
        </a:xfrm>
      </p:grpSpPr>
      <p:sp>
        <p:nvSpPr>
          <p:cNvPr id="2" name="Titel 1">
            <a:extLst>
              <a:ext uri="{FF2B5EF4-FFF2-40B4-BE49-F238E27FC236}">
                <a16:creationId xmlns:a16="http://schemas.microsoft.com/office/drawing/2014/main" id="{4C4DA9AB-0156-1EDC-C410-EF3FFB868714}"/>
              </a:ext>
            </a:extLst>
          </p:cNvPr>
          <p:cNvSpPr>
            <a:spLocks noGrp="1"/>
          </p:cNvSpPr>
          <p:nvPr>
            <p:ph type="title"/>
          </p:nvPr>
        </p:nvSpPr>
        <p:spPr/>
        <p:txBody>
          <a:bodyPr/>
          <a:lstStyle/>
          <a:p>
            <a:r>
              <a:rPr lang="en-GB"/>
              <a:t>Joint Cox–LME model</a:t>
            </a:r>
            <a:br>
              <a:rPr lang="en-GB"/>
            </a:br>
            <a:r>
              <a:rPr kumimoji="0" lang="en-US" sz="2800" b="0" i="0" u="none" strike="noStrike" kern="1200" cap="none" spc="0" normalizeH="0" baseline="0" noProof="0">
                <a:ln>
                  <a:noFill/>
                </a:ln>
                <a:solidFill>
                  <a:prstClr val="black"/>
                </a:solidFill>
                <a:effectLst/>
                <a:uLnTx/>
                <a:uFillTx/>
                <a:latin typeface="Tenorite"/>
                <a:ea typeface="+mj-ea"/>
                <a:cs typeface="+mj-cs"/>
              </a:rPr>
              <a:t>MAP</a:t>
            </a:r>
            <a:endParaRPr lang="en-GB"/>
          </a:p>
        </p:txBody>
      </p:sp>
      <p:sp>
        <p:nvSpPr>
          <p:cNvPr id="3" name="Tijdelijke aanduiding voor inhoud 2">
            <a:extLst>
              <a:ext uri="{FF2B5EF4-FFF2-40B4-BE49-F238E27FC236}">
                <a16:creationId xmlns:a16="http://schemas.microsoft.com/office/drawing/2014/main" id="{39229B65-C841-D4D4-0F71-D1AC1ECB17A1}"/>
              </a:ext>
            </a:extLst>
          </p:cNvPr>
          <p:cNvSpPr>
            <a:spLocks noGrp="1"/>
          </p:cNvSpPr>
          <p:nvPr>
            <p:ph idx="1"/>
          </p:nvPr>
        </p:nvSpPr>
        <p:spPr/>
        <p:txBody>
          <a:bodyPr vert="horz" lIns="91440" tIns="45720" rIns="91440" bIns="45720" rtlCol="0" anchor="t">
            <a:noAutofit/>
          </a:bodyPr>
          <a:lstStyle/>
          <a:p>
            <a:r>
              <a:rPr lang="en-GB" sz="1800"/>
              <a:t>Last, a joint model was fitted linking longitudinal MAP to the hazard of graft failure. The model included 4135 MAP measurements from 838 patients (268 graft failures). Convergence was achieved.</a:t>
            </a:r>
            <a:endParaRPr lang="en-GB"/>
          </a:p>
          <a:p>
            <a:r>
              <a:rPr lang="en-GB" sz="1800"/>
              <a:t>Longitudinal: baseline MAP was approximately 106 mmHg at the first visit (3 months). The time showed a small but statistically significant decline later in follow-up (spline </a:t>
            </a:r>
            <a:r>
              <a:rPr lang="en-GB" sz="1800" err="1"/>
              <a:t>df</a:t>
            </a:r>
            <a:r>
              <a:rPr lang="en-GB" sz="1800"/>
              <a:t>=3, p&lt;0.001). There was moderate between-patient variability in MAP levels (random intercept SD = 6 mmHg). </a:t>
            </a:r>
          </a:p>
          <a:p>
            <a:r>
              <a:rPr lang="en-GB" sz="1800"/>
              <a:t>Survival: Higher recipient age (HR 1.03 per year, p&lt;0.0001), haemodialysis in a centre ( HR 1.41, p= 0.028 and older donor ( HR 1.02 per year, p=0.0001) were associated with increased graft-failure risk. Other baseline characteristics were not significant. </a:t>
            </a:r>
          </a:p>
          <a:p>
            <a:r>
              <a:rPr lang="en-GB" sz="1800"/>
              <a:t>The association parameter was alpha = +0.0786 with a p-value &lt; 0.0001. The HR per 1 mm Hg increase = 1.08. Therefore, higher current MAP value is strongly associated with increased risk of graft failure. </a:t>
            </a:r>
          </a:p>
          <a:p>
            <a:r>
              <a:rPr lang="en-GB" sz="1800"/>
              <a:t>We conclude that also MAP is a significant predictor of graft failure. If MAP rises over time, the risk of graft loss increases. The effect size is stronger than for creatinine and GFR per unit.</a:t>
            </a:r>
          </a:p>
        </p:txBody>
      </p:sp>
    </p:spTree>
    <p:extLst>
      <p:ext uri="{BB962C8B-B14F-4D97-AF65-F5344CB8AC3E}">
        <p14:creationId xmlns:p14="http://schemas.microsoft.com/office/powerpoint/2010/main" val="355147965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8A6BC176-C65E-AC89-C44A-E851F521D34C}"/>
              </a:ext>
            </a:extLst>
          </p:cNvPr>
          <p:cNvSpPr>
            <a:spLocks noGrp="1"/>
          </p:cNvSpPr>
          <p:nvPr>
            <p:ph type="title"/>
          </p:nvPr>
        </p:nvSpPr>
        <p:spPr/>
        <p:txBody>
          <a:bodyPr/>
          <a:lstStyle/>
          <a:p>
            <a:r>
              <a:rPr lang="nl-NL" err="1"/>
              <a:t>Assumptions</a:t>
            </a:r>
            <a:r>
              <a:rPr lang="nl-NL"/>
              <a:t> Joint Cox-LME</a:t>
            </a:r>
          </a:p>
        </p:txBody>
      </p:sp>
      <p:sp>
        <p:nvSpPr>
          <p:cNvPr id="3" name="Tijdelijke aanduiding voor inhoud 2">
            <a:extLst>
              <a:ext uri="{FF2B5EF4-FFF2-40B4-BE49-F238E27FC236}">
                <a16:creationId xmlns:a16="http://schemas.microsoft.com/office/drawing/2014/main" id="{0DE90B59-29B6-F367-F81F-40C9F18AB57B}"/>
              </a:ext>
            </a:extLst>
          </p:cNvPr>
          <p:cNvSpPr>
            <a:spLocks noGrp="1"/>
          </p:cNvSpPr>
          <p:nvPr>
            <p:ph idx="1"/>
          </p:nvPr>
        </p:nvSpPr>
        <p:spPr>
          <a:xfrm>
            <a:off x="1167493" y="2084832"/>
            <a:ext cx="10483672" cy="4344473"/>
          </a:xfrm>
        </p:spPr>
        <p:txBody>
          <a:bodyPr vert="horz" lIns="91440" tIns="45720" rIns="91440" bIns="45720" rtlCol="0" anchor="t">
            <a:noAutofit/>
          </a:bodyPr>
          <a:lstStyle/>
          <a:p>
            <a:r>
              <a:rPr lang="nl-NL" sz="2000"/>
              <a:t>We </a:t>
            </a:r>
            <a:r>
              <a:rPr lang="nl-NL" sz="2000" err="1"/>
              <a:t>evaluated</a:t>
            </a:r>
            <a:r>
              <a:rPr lang="nl-NL" sz="2000"/>
              <a:t> </a:t>
            </a:r>
            <a:r>
              <a:rPr lang="nl-NL" sz="2000" err="1"/>
              <a:t>whether</a:t>
            </a:r>
            <a:r>
              <a:rPr lang="nl-NL" sz="2000"/>
              <a:t> </a:t>
            </a:r>
            <a:r>
              <a:rPr lang="nl-NL" sz="2000" err="1"/>
              <a:t>the</a:t>
            </a:r>
            <a:r>
              <a:rPr lang="nl-NL" sz="2000"/>
              <a:t> </a:t>
            </a:r>
            <a:r>
              <a:rPr lang="nl-NL" sz="2000" err="1"/>
              <a:t>assumptions</a:t>
            </a:r>
            <a:r>
              <a:rPr lang="nl-NL" sz="2000"/>
              <a:t> of </a:t>
            </a:r>
            <a:r>
              <a:rPr lang="nl-NL" sz="2000" err="1"/>
              <a:t>the</a:t>
            </a:r>
            <a:r>
              <a:rPr lang="nl-NL" sz="2000"/>
              <a:t> joint Cox-LME </a:t>
            </a:r>
            <a:r>
              <a:rPr lang="nl-NL" sz="2000" err="1"/>
              <a:t>models</a:t>
            </a:r>
            <a:r>
              <a:rPr lang="nl-NL" sz="2000"/>
              <a:t> </a:t>
            </a:r>
            <a:r>
              <a:rPr lang="nl-NL" sz="2000" err="1"/>
              <a:t>were</a:t>
            </a:r>
            <a:r>
              <a:rPr lang="nl-NL" sz="2000"/>
              <a:t> met. The </a:t>
            </a:r>
            <a:r>
              <a:rPr lang="nl-NL" sz="2000" err="1"/>
              <a:t>three</a:t>
            </a:r>
            <a:r>
              <a:rPr lang="nl-NL" sz="2000"/>
              <a:t> </a:t>
            </a:r>
            <a:r>
              <a:rPr lang="nl-NL" sz="2000" err="1"/>
              <a:t>longitudinal</a:t>
            </a:r>
            <a:r>
              <a:rPr lang="nl-NL" sz="2000"/>
              <a:t> </a:t>
            </a:r>
            <a:r>
              <a:rPr lang="nl-NL" sz="2000" err="1"/>
              <a:t>models</a:t>
            </a:r>
            <a:r>
              <a:rPr lang="nl-NL" sz="2000"/>
              <a:t> </a:t>
            </a:r>
            <a:r>
              <a:rPr lang="nl-NL" sz="2000" err="1"/>
              <a:t>satisfied</a:t>
            </a:r>
            <a:r>
              <a:rPr lang="nl-NL" sz="2000"/>
              <a:t> </a:t>
            </a:r>
            <a:r>
              <a:rPr lang="nl-NL" sz="2000" err="1"/>
              <a:t>the</a:t>
            </a:r>
            <a:r>
              <a:rPr lang="nl-NL" sz="2000"/>
              <a:t> mixed-model </a:t>
            </a:r>
            <a:r>
              <a:rPr lang="nl-NL" sz="2000" err="1"/>
              <a:t>requirements</a:t>
            </a:r>
            <a:r>
              <a:rPr lang="nl-NL" sz="2000"/>
              <a:t>. The survival component met </a:t>
            </a:r>
            <a:r>
              <a:rPr lang="nl-NL" sz="2000" err="1"/>
              <a:t>the</a:t>
            </a:r>
            <a:r>
              <a:rPr lang="nl-NL" sz="2000"/>
              <a:t> PH </a:t>
            </a:r>
            <a:r>
              <a:rPr lang="nl-NL" sz="2000" err="1"/>
              <a:t>assumption</a:t>
            </a:r>
            <a:r>
              <a:rPr lang="nl-NL" sz="2000"/>
              <a:t>. </a:t>
            </a:r>
            <a:r>
              <a:rPr lang="nl-NL" sz="2000" err="1"/>
              <a:t>All</a:t>
            </a:r>
            <a:r>
              <a:rPr lang="nl-NL" sz="2000"/>
              <a:t> joint </a:t>
            </a:r>
            <a:r>
              <a:rPr lang="nl-NL" sz="2000" err="1"/>
              <a:t>models</a:t>
            </a:r>
            <a:r>
              <a:rPr lang="nl-NL" sz="2000"/>
              <a:t> </a:t>
            </a:r>
            <a:r>
              <a:rPr lang="nl-NL" sz="2000" err="1"/>
              <a:t>converged</a:t>
            </a:r>
            <a:r>
              <a:rPr lang="nl-NL" sz="2000"/>
              <a:t> without </a:t>
            </a:r>
            <a:r>
              <a:rPr lang="nl-NL" sz="2000" err="1"/>
              <a:t>any</a:t>
            </a:r>
            <a:r>
              <a:rPr lang="nl-NL" sz="2000"/>
              <a:t> </a:t>
            </a:r>
            <a:r>
              <a:rPr lang="nl-NL" sz="2000" err="1"/>
              <a:t>problems</a:t>
            </a:r>
            <a:r>
              <a:rPr lang="nl-NL" sz="2000"/>
              <a:t>. The </a:t>
            </a:r>
            <a:r>
              <a:rPr lang="nl-NL" sz="2000" err="1"/>
              <a:t>association</a:t>
            </a:r>
            <a:r>
              <a:rPr lang="nl-NL" sz="2000"/>
              <a:t> parameters </a:t>
            </a:r>
            <a:r>
              <a:rPr lang="nl-NL" sz="2000" err="1"/>
              <a:t>between</a:t>
            </a:r>
            <a:r>
              <a:rPr lang="nl-NL" sz="2000"/>
              <a:t> </a:t>
            </a:r>
            <a:r>
              <a:rPr lang="nl-NL" sz="2000" err="1"/>
              <a:t>each</a:t>
            </a:r>
            <a:r>
              <a:rPr lang="nl-NL" sz="2000"/>
              <a:t> </a:t>
            </a:r>
            <a:r>
              <a:rPr lang="nl-NL" sz="2000" err="1"/>
              <a:t>biomarker</a:t>
            </a:r>
            <a:r>
              <a:rPr lang="nl-NL" sz="2000"/>
              <a:t> </a:t>
            </a:r>
            <a:r>
              <a:rPr lang="nl-NL" sz="2000" err="1"/>
              <a:t>to</a:t>
            </a:r>
            <a:r>
              <a:rPr lang="nl-NL" sz="2000"/>
              <a:t> </a:t>
            </a:r>
            <a:r>
              <a:rPr lang="nl-NL" sz="2000" err="1"/>
              <a:t>the</a:t>
            </a:r>
            <a:r>
              <a:rPr lang="nl-NL" sz="2000"/>
              <a:t> risk of graft failure </a:t>
            </a:r>
            <a:r>
              <a:rPr lang="nl-NL" sz="2000" err="1"/>
              <a:t>were</a:t>
            </a:r>
            <a:r>
              <a:rPr lang="nl-NL" sz="2000"/>
              <a:t> </a:t>
            </a:r>
            <a:r>
              <a:rPr lang="nl-NL" sz="2000" err="1"/>
              <a:t>stable</a:t>
            </a:r>
            <a:r>
              <a:rPr lang="nl-NL" sz="2000"/>
              <a:t> </a:t>
            </a:r>
            <a:r>
              <a:rPr lang="nl-NL" sz="2000" err="1"/>
              <a:t>and</a:t>
            </a:r>
            <a:r>
              <a:rPr lang="nl-NL" sz="2000"/>
              <a:t> significant. </a:t>
            </a:r>
          </a:p>
          <a:p>
            <a:r>
              <a:rPr lang="nl-NL" sz="2000"/>
              <a:t>Next step is </a:t>
            </a:r>
            <a:r>
              <a:rPr lang="nl-NL" sz="2000" err="1"/>
              <a:t>the</a:t>
            </a:r>
            <a:r>
              <a:rPr lang="nl-NL" sz="2000"/>
              <a:t> </a:t>
            </a:r>
            <a:r>
              <a:rPr lang="nl-NL" sz="2000" err="1"/>
              <a:t>dynamic</a:t>
            </a:r>
            <a:r>
              <a:rPr lang="nl-NL" sz="2000"/>
              <a:t> </a:t>
            </a:r>
            <a:r>
              <a:rPr lang="nl-NL" sz="2000" err="1"/>
              <a:t>prediction</a:t>
            </a:r>
            <a:r>
              <a:rPr lang="nl-NL" sz="2000"/>
              <a:t>. </a:t>
            </a:r>
            <a:r>
              <a:rPr lang="nl-NL" sz="2000" err="1"/>
              <a:t>Afterwards</a:t>
            </a:r>
            <a:r>
              <a:rPr lang="nl-NL" sz="2000"/>
              <a:t> we </a:t>
            </a:r>
            <a:r>
              <a:rPr lang="nl-NL" sz="2000" err="1"/>
              <a:t>will</a:t>
            </a:r>
            <a:r>
              <a:rPr lang="nl-NL" sz="2000"/>
              <a:t> check these </a:t>
            </a:r>
            <a:r>
              <a:rPr lang="nl-NL" sz="2000" err="1"/>
              <a:t>results</a:t>
            </a:r>
            <a:r>
              <a:rPr lang="nl-NL" sz="2000"/>
              <a:t>.</a:t>
            </a:r>
          </a:p>
        </p:txBody>
      </p:sp>
    </p:spTree>
    <p:extLst>
      <p:ext uri="{BB962C8B-B14F-4D97-AF65-F5344CB8AC3E}">
        <p14:creationId xmlns:p14="http://schemas.microsoft.com/office/powerpoint/2010/main" val="143956412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618683A7-EFD9-4CC1-E237-5FD06E82C471}"/>
              </a:ext>
            </a:extLst>
          </p:cNvPr>
          <p:cNvSpPr>
            <a:spLocks noGrp="1"/>
          </p:cNvSpPr>
          <p:nvPr>
            <p:ph type="title"/>
          </p:nvPr>
        </p:nvSpPr>
        <p:spPr>
          <a:xfrm>
            <a:off x="304851" y="-682983"/>
            <a:ext cx="11892654" cy="1570038"/>
          </a:xfrm>
        </p:spPr>
        <p:txBody>
          <a:bodyPr/>
          <a:lstStyle/>
          <a:p>
            <a:r>
              <a:rPr lang="nl-NL" sz="3600" err="1"/>
              <a:t>Comparison</a:t>
            </a:r>
            <a:r>
              <a:rPr lang="nl-NL" sz="3600"/>
              <a:t> of Time-</a:t>
            </a:r>
            <a:r>
              <a:rPr lang="nl-NL" sz="3600" err="1"/>
              <a:t>dependent</a:t>
            </a:r>
            <a:r>
              <a:rPr lang="nl-NL" sz="3600"/>
              <a:t> Cox </a:t>
            </a:r>
            <a:r>
              <a:rPr lang="nl-NL" sz="3600" err="1"/>
              <a:t>vs</a:t>
            </a:r>
            <a:r>
              <a:rPr lang="nl-NL" sz="3600"/>
              <a:t> Joint </a:t>
            </a:r>
            <a:r>
              <a:rPr lang="nl-NL" sz="3600" err="1"/>
              <a:t>models</a:t>
            </a:r>
            <a:endParaRPr lang="nl-NL" sz="3600"/>
          </a:p>
        </p:txBody>
      </p:sp>
      <p:graphicFrame>
        <p:nvGraphicFramePr>
          <p:cNvPr id="8" name="Tijdelijke aanduiding voor inhoud 7">
            <a:extLst>
              <a:ext uri="{FF2B5EF4-FFF2-40B4-BE49-F238E27FC236}">
                <a16:creationId xmlns:a16="http://schemas.microsoft.com/office/drawing/2014/main" id="{B2A45A17-2EBB-16F9-3CD1-57A60396CF28}"/>
              </a:ext>
            </a:extLst>
          </p:cNvPr>
          <p:cNvGraphicFramePr>
            <a:graphicFrameLocks noGrp="1"/>
          </p:cNvGraphicFramePr>
          <p:nvPr>
            <p:ph idx="1"/>
            <p:extLst>
              <p:ext uri="{D42A27DB-BD31-4B8C-83A1-F6EECF244321}">
                <p14:modId xmlns:p14="http://schemas.microsoft.com/office/powerpoint/2010/main" val="722006273"/>
              </p:ext>
            </p:extLst>
          </p:nvPr>
        </p:nvGraphicFramePr>
        <p:xfrm>
          <a:off x="5794075" y="762442"/>
          <a:ext cx="6271635" cy="5760720"/>
        </p:xfrm>
        <a:graphic>
          <a:graphicData uri="http://schemas.openxmlformats.org/drawingml/2006/table">
            <a:tbl>
              <a:tblPr firstRow="1" firstCol="1" bandRow="1">
                <a:tableStyleId>{616DA210-FB5B-4158-B5E0-FEB733F419BA}</a:tableStyleId>
              </a:tblPr>
              <a:tblGrid>
                <a:gridCol w="1254327">
                  <a:extLst>
                    <a:ext uri="{9D8B030D-6E8A-4147-A177-3AD203B41FA5}">
                      <a16:colId xmlns:a16="http://schemas.microsoft.com/office/drawing/2014/main" val="2444732392"/>
                    </a:ext>
                  </a:extLst>
                </a:gridCol>
                <a:gridCol w="1254327">
                  <a:extLst>
                    <a:ext uri="{9D8B030D-6E8A-4147-A177-3AD203B41FA5}">
                      <a16:colId xmlns:a16="http://schemas.microsoft.com/office/drawing/2014/main" val="813607703"/>
                    </a:ext>
                  </a:extLst>
                </a:gridCol>
                <a:gridCol w="1254327">
                  <a:extLst>
                    <a:ext uri="{9D8B030D-6E8A-4147-A177-3AD203B41FA5}">
                      <a16:colId xmlns:a16="http://schemas.microsoft.com/office/drawing/2014/main" val="1716501917"/>
                    </a:ext>
                  </a:extLst>
                </a:gridCol>
                <a:gridCol w="1254327">
                  <a:extLst>
                    <a:ext uri="{9D8B030D-6E8A-4147-A177-3AD203B41FA5}">
                      <a16:colId xmlns:a16="http://schemas.microsoft.com/office/drawing/2014/main" val="1668503701"/>
                    </a:ext>
                  </a:extLst>
                </a:gridCol>
                <a:gridCol w="1254327">
                  <a:extLst>
                    <a:ext uri="{9D8B030D-6E8A-4147-A177-3AD203B41FA5}">
                      <a16:colId xmlns:a16="http://schemas.microsoft.com/office/drawing/2014/main" val="2874484309"/>
                    </a:ext>
                  </a:extLst>
                </a:gridCol>
              </a:tblGrid>
              <a:tr h="480472">
                <a:tc>
                  <a:txBody>
                    <a:bodyPr/>
                    <a:lstStyle/>
                    <a:p>
                      <a:pPr>
                        <a:buNone/>
                      </a:pPr>
                      <a:r>
                        <a:rPr lang="en-US">
                          <a:effectLst/>
                        </a:rPr>
                        <a:t>Predictor</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buNone/>
                      </a:pPr>
                      <a:r>
                        <a:rPr lang="en-US">
                          <a:effectLst/>
                        </a:rPr>
                        <a:t>TD-Cox HR</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buNone/>
                      </a:pPr>
                      <a:r>
                        <a:rPr lang="en-US">
                          <a:effectLst/>
                        </a:rPr>
                        <a:t>Joint GFR HR</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buNone/>
                      </a:pPr>
                      <a:r>
                        <a:rPr lang="en-US">
                          <a:effectLst/>
                        </a:rPr>
                        <a:t>Joint </a:t>
                      </a:r>
                      <a:r>
                        <a:rPr lang="en-US" err="1">
                          <a:effectLst/>
                        </a:rPr>
                        <a:t>Creat</a:t>
                      </a:r>
                      <a:r>
                        <a:rPr lang="en-US">
                          <a:effectLst/>
                        </a:rPr>
                        <a:t> HR</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buNone/>
                      </a:pPr>
                      <a:r>
                        <a:rPr lang="en-US">
                          <a:effectLst/>
                        </a:rPr>
                        <a:t>Joint MAP HR</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2"/>
                    </a:solidFill>
                  </a:tcPr>
                </a:tc>
                <a:extLst>
                  <a:ext uri="{0D108BD9-81ED-4DB2-BD59-A6C34878D82A}">
                    <a16:rowId xmlns:a16="http://schemas.microsoft.com/office/drawing/2014/main" val="798345802"/>
                  </a:ext>
                </a:extLst>
              </a:tr>
              <a:tr h="240236">
                <a:tc>
                  <a:txBody>
                    <a:bodyPr/>
                    <a:lstStyle/>
                    <a:p>
                      <a:pPr>
                        <a:buNone/>
                      </a:pPr>
                      <a:r>
                        <a:rPr lang="en-US" err="1">
                          <a:effectLst/>
                        </a:rPr>
                        <a:t>Age_at_tx</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buNone/>
                      </a:pPr>
                      <a:r>
                        <a:rPr lang="en-US">
                          <a:effectLst/>
                        </a:rPr>
                        <a:t>1.0368</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buNone/>
                      </a:pPr>
                      <a:r>
                        <a:rPr lang="en-US">
                          <a:effectLst/>
                        </a:rPr>
                        <a:t>1.031</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buNone/>
                      </a:pPr>
                      <a:r>
                        <a:rPr lang="en-US">
                          <a:effectLst/>
                        </a:rPr>
                        <a:t>1.045</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buNone/>
                      </a:pPr>
                      <a:r>
                        <a:rPr lang="en-US">
                          <a:effectLst/>
                        </a:rPr>
                        <a:t>1.029</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2"/>
                    </a:solidFill>
                  </a:tcPr>
                </a:tc>
                <a:extLst>
                  <a:ext uri="{0D108BD9-81ED-4DB2-BD59-A6C34878D82A}">
                    <a16:rowId xmlns:a16="http://schemas.microsoft.com/office/drawing/2014/main" val="3754806568"/>
                  </a:ext>
                </a:extLst>
              </a:tr>
              <a:tr h="240236">
                <a:tc>
                  <a:txBody>
                    <a:bodyPr/>
                    <a:lstStyle/>
                    <a:p>
                      <a:pPr>
                        <a:buNone/>
                      </a:pPr>
                      <a:r>
                        <a:rPr lang="en-US">
                          <a:effectLst/>
                        </a:rPr>
                        <a:t>Male sex</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buNone/>
                      </a:pPr>
                      <a:r>
                        <a:rPr lang="en-US">
                          <a:effectLst/>
                        </a:rPr>
                        <a:t>1.068 (NS)</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buNone/>
                      </a:pPr>
                      <a:r>
                        <a:rPr lang="en-US">
                          <a:effectLst/>
                        </a:rPr>
                        <a:t>1.60</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buNone/>
                      </a:pPr>
                      <a:r>
                        <a:rPr lang="en-US">
                          <a:effectLst/>
                        </a:rPr>
                        <a:t>NS</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buNone/>
                      </a:pPr>
                      <a:r>
                        <a:rPr lang="en-US">
                          <a:effectLst/>
                        </a:rPr>
                        <a:t>1.24 (NS)</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455116510"/>
                  </a:ext>
                </a:extLst>
              </a:tr>
              <a:tr h="240236">
                <a:tc>
                  <a:txBody>
                    <a:bodyPr/>
                    <a:lstStyle/>
                    <a:p>
                      <a:pPr>
                        <a:buNone/>
                      </a:pPr>
                      <a:r>
                        <a:rPr lang="en-US">
                          <a:effectLst/>
                        </a:rPr>
                        <a:t>BMI</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buNone/>
                      </a:pPr>
                      <a:r>
                        <a:rPr lang="en-US">
                          <a:effectLst/>
                        </a:rPr>
                        <a:t>1.003 (NS)</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buNone/>
                      </a:pPr>
                      <a:r>
                        <a:rPr lang="en-US">
                          <a:effectLst/>
                        </a:rPr>
                        <a:t>NS</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buNone/>
                      </a:pPr>
                      <a:r>
                        <a:rPr lang="en-US">
                          <a:effectLst/>
                        </a:rPr>
                        <a:t>NS</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buNone/>
                      </a:pPr>
                      <a:r>
                        <a:rPr lang="en-US">
                          <a:effectLst/>
                        </a:rPr>
                        <a:t>NS</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775205035"/>
                  </a:ext>
                </a:extLst>
              </a:tr>
              <a:tr h="480472">
                <a:tc>
                  <a:txBody>
                    <a:bodyPr/>
                    <a:lstStyle/>
                    <a:p>
                      <a:pPr>
                        <a:buNone/>
                      </a:pPr>
                      <a:r>
                        <a:rPr lang="en-US">
                          <a:effectLst/>
                        </a:rPr>
                        <a:t>Dialysis: HD </a:t>
                      </a:r>
                      <a:r>
                        <a:rPr lang="en-US" err="1">
                          <a:effectLst/>
                        </a:rPr>
                        <a:t>centre</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buNone/>
                      </a:pPr>
                      <a:r>
                        <a:rPr lang="en-US">
                          <a:effectLst/>
                        </a:rPr>
                        <a:t>1.49</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buNone/>
                      </a:pPr>
                      <a:r>
                        <a:rPr lang="en-US">
                          <a:effectLst/>
                        </a:rPr>
                        <a:t>1.37</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buNone/>
                      </a:pPr>
                      <a:r>
                        <a:rPr lang="en-US">
                          <a:effectLst/>
                        </a:rPr>
                        <a:t>1.54</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buNone/>
                      </a:pPr>
                      <a:r>
                        <a:rPr lang="en-US">
                          <a:effectLst/>
                        </a:rPr>
                        <a:t>1.41</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118668355"/>
                  </a:ext>
                </a:extLst>
              </a:tr>
              <a:tr h="480472">
                <a:tc>
                  <a:txBody>
                    <a:bodyPr/>
                    <a:lstStyle/>
                    <a:p>
                      <a:pPr>
                        <a:buNone/>
                      </a:pPr>
                      <a:r>
                        <a:rPr lang="en-US">
                          <a:effectLst/>
                        </a:rPr>
                        <a:t>Dialysis: HD home</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buNone/>
                      </a:pPr>
                      <a:r>
                        <a:rPr lang="en-US">
                          <a:effectLst/>
                        </a:rPr>
                        <a:t>1.31 (NS)</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buNone/>
                      </a:pPr>
                      <a:r>
                        <a:rPr lang="en-US">
                          <a:effectLst/>
                        </a:rPr>
                        <a:t>NS</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buNone/>
                      </a:pPr>
                      <a:r>
                        <a:rPr lang="en-US">
                          <a:effectLst/>
                        </a:rPr>
                        <a:t>NS</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buNone/>
                      </a:pPr>
                      <a:r>
                        <a:rPr lang="en-US">
                          <a:effectLst/>
                        </a:rPr>
                        <a:t>NS</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4124620694"/>
                  </a:ext>
                </a:extLst>
              </a:tr>
              <a:tr h="480472">
                <a:tc>
                  <a:txBody>
                    <a:bodyPr/>
                    <a:lstStyle/>
                    <a:p>
                      <a:pPr>
                        <a:buNone/>
                      </a:pPr>
                      <a:r>
                        <a:rPr lang="en-US">
                          <a:effectLst/>
                        </a:rPr>
                        <a:t>Dialysis: none</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buNone/>
                      </a:pPr>
                      <a:r>
                        <a:rPr lang="en-US">
                          <a:effectLst/>
                        </a:rPr>
                        <a:t>0.85 (NS)</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buNone/>
                      </a:pPr>
                      <a:r>
                        <a:rPr lang="en-US">
                          <a:effectLst/>
                        </a:rPr>
                        <a:t>NS</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buNone/>
                      </a:pPr>
                      <a:r>
                        <a:rPr lang="en-US">
                          <a:effectLst/>
                        </a:rPr>
                        <a:t>NS</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buNone/>
                      </a:pPr>
                      <a:r>
                        <a:rPr lang="en-US">
                          <a:effectLst/>
                        </a:rPr>
                        <a:t>NS</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419778661"/>
                  </a:ext>
                </a:extLst>
              </a:tr>
              <a:tr h="480472">
                <a:tc>
                  <a:txBody>
                    <a:bodyPr/>
                    <a:lstStyle/>
                    <a:p>
                      <a:pPr>
                        <a:buNone/>
                      </a:pPr>
                      <a:r>
                        <a:rPr lang="en-US">
                          <a:effectLst/>
                        </a:rPr>
                        <a:t>Dialysis duration</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buNone/>
                      </a:pPr>
                      <a:r>
                        <a:rPr lang="en-US">
                          <a:effectLst/>
                        </a:rPr>
                        <a:t>NS</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buNone/>
                      </a:pPr>
                      <a:r>
                        <a:rPr lang="en-US">
                          <a:effectLst/>
                        </a:rPr>
                        <a:t>NS</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buNone/>
                      </a:pPr>
                      <a:r>
                        <a:rPr lang="en-US">
                          <a:effectLst/>
                        </a:rPr>
                        <a:t>NS</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buNone/>
                      </a:pPr>
                      <a:r>
                        <a:rPr lang="en-US">
                          <a:effectLst/>
                        </a:rPr>
                        <a:t>NS</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811074076"/>
                  </a:ext>
                </a:extLst>
              </a:tr>
              <a:tr h="240236">
                <a:tc>
                  <a:txBody>
                    <a:bodyPr/>
                    <a:lstStyle/>
                    <a:p>
                      <a:pPr>
                        <a:buNone/>
                      </a:pPr>
                      <a:r>
                        <a:rPr lang="en-US">
                          <a:effectLst/>
                        </a:rPr>
                        <a:t>Male donor</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buNone/>
                      </a:pPr>
                      <a:r>
                        <a:rPr lang="en-US">
                          <a:effectLst/>
                        </a:rPr>
                        <a:t>NS</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buNone/>
                      </a:pPr>
                      <a:r>
                        <a:rPr lang="en-US">
                          <a:effectLst/>
                        </a:rPr>
                        <a:t>NS</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buNone/>
                      </a:pPr>
                      <a:r>
                        <a:rPr lang="en-US">
                          <a:effectLst/>
                        </a:rPr>
                        <a:t>NS</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buNone/>
                      </a:pPr>
                      <a:r>
                        <a:rPr lang="en-US">
                          <a:effectLst/>
                        </a:rPr>
                        <a:t>NS</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561290842"/>
                  </a:ext>
                </a:extLst>
              </a:tr>
              <a:tr h="240236">
                <a:tc>
                  <a:txBody>
                    <a:bodyPr/>
                    <a:lstStyle/>
                    <a:p>
                      <a:pPr>
                        <a:buNone/>
                      </a:pPr>
                      <a:r>
                        <a:rPr lang="en-US">
                          <a:effectLst/>
                        </a:rPr>
                        <a:t>Donor age</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buNone/>
                      </a:pPr>
                      <a:r>
                        <a:rPr lang="en-US">
                          <a:effectLst/>
                        </a:rPr>
                        <a:t>NS</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buNone/>
                      </a:pPr>
                      <a:r>
                        <a:rPr lang="en-US">
                          <a:effectLst/>
                        </a:rPr>
                        <a:t>NS</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buNone/>
                      </a:pPr>
                      <a:r>
                        <a:rPr lang="en-US">
                          <a:effectLst/>
                        </a:rPr>
                        <a:t>NS</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buNone/>
                      </a:pPr>
                      <a:r>
                        <a:rPr lang="en-US">
                          <a:effectLst/>
                        </a:rPr>
                        <a:t>1.02</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742334781"/>
                  </a:ext>
                </a:extLst>
              </a:tr>
              <a:tr h="240236">
                <a:tc>
                  <a:txBody>
                    <a:bodyPr/>
                    <a:lstStyle/>
                    <a:p>
                      <a:pPr>
                        <a:buNone/>
                      </a:pPr>
                      <a:r>
                        <a:rPr lang="en-US">
                          <a:effectLst/>
                        </a:rPr>
                        <a:t>Retransplant</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buNone/>
                      </a:pPr>
                      <a:r>
                        <a:rPr lang="en-US">
                          <a:effectLst/>
                        </a:rPr>
                        <a:t>NS</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buNone/>
                      </a:pPr>
                      <a:r>
                        <a:rPr lang="en-US">
                          <a:effectLst/>
                        </a:rPr>
                        <a:t>NS</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buNone/>
                      </a:pPr>
                      <a:r>
                        <a:rPr lang="en-US">
                          <a:effectLst/>
                        </a:rPr>
                        <a:t>NS</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buNone/>
                      </a:pPr>
                      <a:r>
                        <a:rPr lang="en-US">
                          <a:effectLst/>
                        </a:rPr>
                        <a:t>NS</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421729612"/>
                  </a:ext>
                </a:extLst>
              </a:tr>
              <a:tr h="240236">
                <a:tc>
                  <a:txBody>
                    <a:bodyPr/>
                    <a:lstStyle/>
                    <a:p>
                      <a:pPr>
                        <a:buNone/>
                      </a:pPr>
                      <a:r>
                        <a:rPr lang="en-US">
                          <a:effectLst/>
                        </a:rPr>
                        <a:t>GFR</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buNone/>
                      </a:pPr>
                      <a:r>
                        <a:rPr lang="en-US">
                          <a:effectLst/>
                        </a:rPr>
                        <a:t>0.979</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buNone/>
                      </a:pPr>
                      <a:r>
                        <a:rPr lang="en-US">
                          <a:effectLst/>
                        </a:rPr>
                        <a:t>0.95</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buNone/>
                      </a:pPr>
                      <a:r>
                        <a:rPr lang="en-US">
                          <a:effectLst/>
                        </a:rPr>
                        <a:t>-</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buNone/>
                      </a:pPr>
                      <a:r>
                        <a:rPr lang="en-US">
                          <a:effectLst/>
                        </a:rPr>
                        <a:t>-</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647694246"/>
                  </a:ext>
                </a:extLst>
              </a:tr>
              <a:tr h="240236">
                <a:tc>
                  <a:txBody>
                    <a:bodyPr/>
                    <a:lstStyle/>
                    <a:p>
                      <a:pPr>
                        <a:buNone/>
                      </a:pPr>
                      <a:r>
                        <a:rPr lang="en-US">
                          <a:effectLst/>
                        </a:rPr>
                        <a:t>Creatinine</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buNone/>
                      </a:pPr>
                      <a:r>
                        <a:rPr lang="en-US">
                          <a:effectLst/>
                        </a:rPr>
                        <a:t>1.0069</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buNone/>
                      </a:pPr>
                      <a:r>
                        <a:rPr lang="en-US">
                          <a:effectLst/>
                        </a:rPr>
                        <a:t>-</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buNone/>
                      </a:pPr>
                      <a:r>
                        <a:rPr lang="en-US">
                          <a:effectLst/>
                        </a:rPr>
                        <a:t>1.013</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buNone/>
                      </a:pPr>
                      <a:r>
                        <a:rPr lang="en-US">
                          <a:effectLst/>
                        </a:rPr>
                        <a:t>-</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517474224"/>
                  </a:ext>
                </a:extLst>
              </a:tr>
              <a:tr h="240236">
                <a:tc>
                  <a:txBody>
                    <a:bodyPr/>
                    <a:lstStyle/>
                    <a:p>
                      <a:pPr>
                        <a:buNone/>
                      </a:pPr>
                      <a:r>
                        <a:rPr lang="en-US">
                          <a:effectLst/>
                        </a:rPr>
                        <a:t>MAP</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buNone/>
                      </a:pPr>
                      <a:r>
                        <a:rPr lang="en-US">
                          <a:effectLst/>
                        </a:rPr>
                        <a:t>1.0102</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buNone/>
                      </a:pPr>
                      <a:r>
                        <a:rPr lang="en-US">
                          <a:effectLst/>
                        </a:rPr>
                        <a:t>-</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buNone/>
                      </a:pPr>
                      <a:r>
                        <a:rPr lang="en-US">
                          <a:effectLst/>
                        </a:rPr>
                        <a:t>-</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buNone/>
                      </a:pPr>
                      <a:r>
                        <a:rPr lang="en-US">
                          <a:effectLst/>
                        </a:rPr>
                        <a:t>1.08</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073598800"/>
                  </a:ext>
                </a:extLst>
              </a:tr>
            </a:tbl>
          </a:graphicData>
        </a:graphic>
      </p:graphicFrame>
      <p:sp>
        <p:nvSpPr>
          <p:cNvPr id="10" name="Tekstvak 9">
            <a:extLst>
              <a:ext uri="{FF2B5EF4-FFF2-40B4-BE49-F238E27FC236}">
                <a16:creationId xmlns:a16="http://schemas.microsoft.com/office/drawing/2014/main" id="{78E64689-34B5-0DAA-4D39-5AC0C0F1A13F}"/>
              </a:ext>
            </a:extLst>
          </p:cNvPr>
          <p:cNvSpPr txBox="1"/>
          <p:nvPr/>
        </p:nvSpPr>
        <p:spPr>
          <a:xfrm>
            <a:off x="312184" y="1081189"/>
            <a:ext cx="5391603" cy="553997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nl-NL" sz="1400"/>
              <a:t>We </a:t>
            </a:r>
            <a:r>
              <a:rPr lang="nl-NL" sz="1400" err="1"/>
              <a:t>compared</a:t>
            </a:r>
            <a:r>
              <a:rPr lang="nl-NL" sz="1400"/>
              <a:t> </a:t>
            </a:r>
            <a:r>
              <a:rPr lang="nl-NL" sz="1400" err="1"/>
              <a:t>the</a:t>
            </a:r>
            <a:r>
              <a:rPr lang="nl-NL" sz="1400"/>
              <a:t> </a:t>
            </a:r>
            <a:r>
              <a:rPr lang="nl-NL" sz="1400" err="1"/>
              <a:t>results</a:t>
            </a:r>
            <a:r>
              <a:rPr lang="nl-NL" sz="1400"/>
              <a:t> of </a:t>
            </a:r>
            <a:r>
              <a:rPr lang="nl-NL" sz="1400" err="1"/>
              <a:t>the</a:t>
            </a:r>
            <a:r>
              <a:rPr lang="nl-NL" sz="1400"/>
              <a:t> time-</a:t>
            </a:r>
            <a:r>
              <a:rPr lang="nl-NL" sz="1400" err="1"/>
              <a:t>dependent</a:t>
            </a:r>
            <a:r>
              <a:rPr lang="nl-NL" sz="1400"/>
              <a:t> Cox </a:t>
            </a:r>
            <a:r>
              <a:rPr lang="nl-NL" sz="1400" err="1"/>
              <a:t>models</a:t>
            </a:r>
            <a:r>
              <a:rPr lang="nl-NL" sz="1400"/>
              <a:t> </a:t>
            </a:r>
            <a:r>
              <a:rPr lang="nl-NL" sz="1400" err="1"/>
              <a:t>and</a:t>
            </a:r>
            <a:r>
              <a:rPr lang="nl-NL" sz="1400"/>
              <a:t> </a:t>
            </a:r>
            <a:r>
              <a:rPr lang="nl-NL" sz="1400" err="1"/>
              <a:t>the</a:t>
            </a:r>
            <a:r>
              <a:rPr lang="nl-NL" sz="1400"/>
              <a:t> Joint Cox </a:t>
            </a:r>
            <a:r>
              <a:rPr lang="nl-NL" sz="1400" err="1"/>
              <a:t>models</a:t>
            </a:r>
            <a:r>
              <a:rPr lang="nl-NL" sz="1400"/>
              <a:t>. </a:t>
            </a:r>
            <a:r>
              <a:rPr lang="nl-NL" sz="1400" err="1"/>
              <a:t>Table</a:t>
            </a:r>
            <a:r>
              <a:rPr lang="nl-NL" sz="1400"/>
              <a:t> 5 </a:t>
            </a:r>
            <a:r>
              <a:rPr lang="nl-NL" sz="1400" err="1"/>
              <a:t>summarises</a:t>
            </a:r>
            <a:r>
              <a:rPr lang="nl-NL" sz="1400"/>
              <a:t> </a:t>
            </a:r>
            <a:r>
              <a:rPr lang="nl-NL" sz="1400" err="1"/>
              <a:t>the</a:t>
            </a:r>
            <a:r>
              <a:rPr lang="nl-NL" sz="1400"/>
              <a:t> </a:t>
            </a:r>
            <a:r>
              <a:rPr lang="nl-NL" sz="1400" err="1"/>
              <a:t>estimated</a:t>
            </a:r>
            <a:r>
              <a:rPr lang="nl-NL" sz="1400"/>
              <a:t> </a:t>
            </a:r>
            <a:r>
              <a:rPr lang="nl-NL" sz="1400" err="1"/>
              <a:t>effects</a:t>
            </a:r>
            <a:r>
              <a:rPr lang="nl-NL" sz="1400"/>
              <a:t> of </a:t>
            </a:r>
            <a:r>
              <a:rPr lang="nl-NL" sz="1400" err="1"/>
              <a:t>the</a:t>
            </a:r>
            <a:r>
              <a:rPr lang="nl-NL" sz="1400"/>
              <a:t> </a:t>
            </a:r>
            <a:r>
              <a:rPr lang="nl-NL" sz="1400" err="1"/>
              <a:t>three</a:t>
            </a:r>
            <a:r>
              <a:rPr lang="nl-NL" sz="1400"/>
              <a:t> </a:t>
            </a:r>
            <a:r>
              <a:rPr lang="nl-NL" sz="1400" err="1"/>
              <a:t>biomarkers</a:t>
            </a:r>
            <a:r>
              <a:rPr lang="nl-NL" sz="1400"/>
              <a:t> on </a:t>
            </a:r>
            <a:r>
              <a:rPr lang="nl-NL" sz="1400" err="1"/>
              <a:t>the</a:t>
            </a:r>
            <a:r>
              <a:rPr lang="nl-NL" sz="1400"/>
              <a:t> risk of graft failure, </a:t>
            </a:r>
            <a:r>
              <a:rPr lang="nl-NL" sz="1400" err="1"/>
              <a:t>comparing</a:t>
            </a:r>
            <a:r>
              <a:rPr lang="nl-NL" sz="1400"/>
              <a:t> </a:t>
            </a:r>
            <a:r>
              <a:rPr lang="nl-NL" sz="1400" err="1"/>
              <a:t>the</a:t>
            </a:r>
            <a:r>
              <a:rPr lang="nl-NL" sz="1400"/>
              <a:t> time-</a:t>
            </a:r>
            <a:r>
              <a:rPr lang="nl-NL" sz="1400" err="1"/>
              <a:t>dependent</a:t>
            </a:r>
            <a:r>
              <a:rPr lang="nl-NL" sz="1400"/>
              <a:t> Cox model </a:t>
            </a:r>
            <a:r>
              <a:rPr lang="nl-NL" sz="1400" err="1"/>
              <a:t>with</a:t>
            </a:r>
            <a:r>
              <a:rPr lang="nl-NL" sz="1400"/>
              <a:t> </a:t>
            </a:r>
            <a:r>
              <a:rPr lang="nl-NL" sz="1400" err="1"/>
              <a:t>the</a:t>
            </a:r>
            <a:r>
              <a:rPr lang="nl-NL" sz="1400"/>
              <a:t> </a:t>
            </a:r>
            <a:r>
              <a:rPr lang="nl-NL" sz="1400" err="1"/>
              <a:t>three</a:t>
            </a:r>
            <a:r>
              <a:rPr lang="nl-NL" sz="1400"/>
              <a:t> separate joint Cox-LME </a:t>
            </a:r>
            <a:r>
              <a:rPr lang="nl-NL" sz="1400" err="1"/>
              <a:t>models</a:t>
            </a:r>
            <a:r>
              <a:rPr lang="nl-NL" sz="1400"/>
              <a:t>. Overall, </a:t>
            </a:r>
            <a:r>
              <a:rPr lang="nl-NL" sz="1400" err="1"/>
              <a:t>the</a:t>
            </a:r>
            <a:r>
              <a:rPr lang="nl-NL" sz="1400"/>
              <a:t> </a:t>
            </a:r>
            <a:r>
              <a:rPr lang="nl-NL" sz="1400" err="1"/>
              <a:t>direction</a:t>
            </a:r>
            <a:r>
              <a:rPr lang="nl-NL" sz="1400"/>
              <a:t> of </a:t>
            </a:r>
            <a:r>
              <a:rPr lang="nl-NL" sz="1400" err="1"/>
              <a:t>the</a:t>
            </a:r>
            <a:r>
              <a:rPr lang="nl-NL" sz="1400"/>
              <a:t> </a:t>
            </a:r>
            <a:r>
              <a:rPr lang="nl-NL" sz="1400" err="1"/>
              <a:t>effects</a:t>
            </a:r>
            <a:r>
              <a:rPr lang="nl-NL" sz="1400"/>
              <a:t> was </a:t>
            </a:r>
            <a:r>
              <a:rPr lang="nl-NL" sz="1400" err="1"/>
              <a:t>highly</a:t>
            </a:r>
            <a:r>
              <a:rPr lang="nl-NL" sz="1400"/>
              <a:t> consistent </a:t>
            </a:r>
            <a:r>
              <a:rPr lang="nl-NL" sz="1400" err="1"/>
              <a:t>across</a:t>
            </a:r>
            <a:r>
              <a:rPr lang="nl-NL" sz="1400"/>
              <a:t> </a:t>
            </a:r>
            <a:r>
              <a:rPr lang="nl-NL" sz="1400" err="1"/>
              <a:t>all</a:t>
            </a:r>
            <a:r>
              <a:rPr lang="nl-NL" sz="1400"/>
              <a:t> variables. For </a:t>
            </a:r>
            <a:r>
              <a:rPr lang="nl-NL" sz="1400" err="1"/>
              <a:t>example</a:t>
            </a:r>
            <a:r>
              <a:rPr lang="nl-NL" sz="1400"/>
              <a:t>, a </a:t>
            </a:r>
            <a:r>
              <a:rPr lang="nl-NL" sz="1400" err="1"/>
              <a:t>higher</a:t>
            </a:r>
            <a:r>
              <a:rPr lang="nl-NL" sz="1400"/>
              <a:t> GFR was </a:t>
            </a:r>
            <a:r>
              <a:rPr lang="nl-NL" sz="1400" err="1"/>
              <a:t>associated</a:t>
            </a:r>
            <a:r>
              <a:rPr lang="nl-NL" sz="1400"/>
              <a:t> </a:t>
            </a:r>
            <a:r>
              <a:rPr lang="nl-NL" sz="1400" err="1"/>
              <a:t>with</a:t>
            </a:r>
            <a:r>
              <a:rPr lang="nl-NL" sz="1400"/>
              <a:t> a </a:t>
            </a:r>
            <a:r>
              <a:rPr lang="nl-NL" sz="1400" err="1"/>
              <a:t>lower</a:t>
            </a:r>
            <a:r>
              <a:rPr lang="nl-NL" sz="1400"/>
              <a:t> risk of graft failure, </a:t>
            </a:r>
            <a:r>
              <a:rPr lang="nl-NL" sz="1400" err="1"/>
              <a:t>whereas</a:t>
            </a:r>
            <a:r>
              <a:rPr lang="nl-NL" sz="1400"/>
              <a:t> </a:t>
            </a:r>
            <a:r>
              <a:rPr lang="nl-NL" sz="1400" err="1"/>
              <a:t>higher</a:t>
            </a:r>
            <a:r>
              <a:rPr lang="nl-NL" sz="1400"/>
              <a:t> creatinine </a:t>
            </a:r>
            <a:r>
              <a:rPr lang="nl-NL" sz="1400" err="1"/>
              <a:t>and</a:t>
            </a:r>
            <a:r>
              <a:rPr lang="nl-NL" sz="1400"/>
              <a:t> MAP </a:t>
            </a:r>
            <a:r>
              <a:rPr lang="nl-NL" sz="1400" err="1"/>
              <a:t>were</a:t>
            </a:r>
            <a:r>
              <a:rPr lang="nl-NL" sz="1400"/>
              <a:t> </a:t>
            </a:r>
            <a:r>
              <a:rPr lang="nl-NL" sz="1400" err="1"/>
              <a:t>associated</a:t>
            </a:r>
            <a:r>
              <a:rPr lang="nl-NL" sz="1400"/>
              <a:t> </a:t>
            </a:r>
            <a:r>
              <a:rPr lang="nl-NL" sz="1400" err="1"/>
              <a:t>with</a:t>
            </a:r>
            <a:r>
              <a:rPr lang="nl-NL" sz="1400"/>
              <a:t> </a:t>
            </a:r>
            <a:r>
              <a:rPr lang="nl-NL" sz="1400" err="1"/>
              <a:t>increased</a:t>
            </a:r>
            <a:r>
              <a:rPr lang="nl-NL" sz="1400"/>
              <a:t> risk.</a:t>
            </a:r>
          </a:p>
          <a:p>
            <a:r>
              <a:rPr lang="nl-NL" sz="1400"/>
              <a:t>In </a:t>
            </a:r>
            <a:r>
              <a:rPr lang="nl-NL" sz="1400" err="1"/>
              <a:t>the</a:t>
            </a:r>
            <a:r>
              <a:rPr lang="nl-NL" sz="1400"/>
              <a:t> time-</a:t>
            </a:r>
            <a:r>
              <a:rPr lang="nl-NL" sz="1400" err="1"/>
              <a:t>dependent</a:t>
            </a:r>
            <a:r>
              <a:rPr lang="nl-NL" sz="1400"/>
              <a:t> Cox model, </a:t>
            </a:r>
            <a:r>
              <a:rPr lang="nl-NL" sz="1400" err="1"/>
              <a:t>all</a:t>
            </a:r>
            <a:r>
              <a:rPr lang="nl-NL" sz="1400"/>
              <a:t> </a:t>
            </a:r>
            <a:r>
              <a:rPr lang="nl-NL" sz="1400" err="1"/>
              <a:t>three</a:t>
            </a:r>
            <a:r>
              <a:rPr lang="nl-NL" sz="1400"/>
              <a:t> </a:t>
            </a:r>
            <a:r>
              <a:rPr lang="nl-NL" sz="1400" err="1"/>
              <a:t>biomarkers</a:t>
            </a:r>
            <a:r>
              <a:rPr lang="nl-NL" sz="1400"/>
              <a:t> </a:t>
            </a:r>
            <a:r>
              <a:rPr lang="nl-NL" sz="1400" err="1"/>
              <a:t>were</a:t>
            </a:r>
            <a:r>
              <a:rPr lang="nl-NL" sz="1400"/>
              <a:t> </a:t>
            </a:r>
            <a:r>
              <a:rPr lang="nl-NL" sz="1400" err="1"/>
              <a:t>statistically</a:t>
            </a:r>
            <a:r>
              <a:rPr lang="nl-NL" sz="1400"/>
              <a:t> </a:t>
            </a:r>
            <a:r>
              <a:rPr lang="nl-NL" sz="1400" err="1"/>
              <a:t>signficiant</a:t>
            </a:r>
            <a:r>
              <a:rPr lang="nl-NL" sz="1400"/>
              <a:t> </a:t>
            </a:r>
            <a:r>
              <a:rPr lang="nl-NL" sz="1400" err="1"/>
              <a:t>predictors</a:t>
            </a:r>
            <a:r>
              <a:rPr lang="nl-NL" sz="1400"/>
              <a:t>. </a:t>
            </a:r>
            <a:r>
              <a:rPr lang="nl-NL" sz="1400" err="1"/>
              <a:t>Higher</a:t>
            </a:r>
            <a:r>
              <a:rPr lang="nl-NL" sz="1400"/>
              <a:t> GFR </a:t>
            </a:r>
            <a:r>
              <a:rPr lang="nl-NL" sz="1400" err="1"/>
              <a:t>showed</a:t>
            </a:r>
            <a:r>
              <a:rPr lang="nl-NL" sz="1400"/>
              <a:t> a moderate </a:t>
            </a:r>
            <a:r>
              <a:rPr lang="nl-NL" sz="1400" err="1"/>
              <a:t>protective</a:t>
            </a:r>
            <a:r>
              <a:rPr lang="nl-NL" sz="1400"/>
              <a:t> effect (HR 0.979), </a:t>
            </a:r>
            <a:r>
              <a:rPr lang="nl-NL" sz="1400" err="1"/>
              <a:t>while</a:t>
            </a:r>
            <a:r>
              <a:rPr lang="nl-NL" sz="1400"/>
              <a:t> </a:t>
            </a:r>
            <a:r>
              <a:rPr lang="nl-NL" sz="1400" err="1"/>
              <a:t>both</a:t>
            </a:r>
            <a:r>
              <a:rPr lang="nl-NL" sz="1400"/>
              <a:t> creatinine (HR 1.007) </a:t>
            </a:r>
            <a:r>
              <a:rPr lang="nl-NL" sz="1400" err="1"/>
              <a:t>and</a:t>
            </a:r>
            <a:r>
              <a:rPr lang="nl-NL" sz="1400"/>
              <a:t> MAP (HR 1.010) </a:t>
            </a:r>
            <a:r>
              <a:rPr lang="nl-NL" sz="1400" err="1"/>
              <a:t>showed</a:t>
            </a:r>
            <a:r>
              <a:rPr lang="nl-NL" sz="1400"/>
              <a:t> small but significant </a:t>
            </a:r>
            <a:r>
              <a:rPr lang="nl-NL" sz="1400" err="1"/>
              <a:t>increases</a:t>
            </a:r>
            <a:r>
              <a:rPr lang="nl-NL" sz="1400"/>
              <a:t> in hazard. </a:t>
            </a:r>
            <a:r>
              <a:rPr lang="nl-NL" sz="1400" err="1"/>
              <a:t>Other</a:t>
            </a:r>
            <a:r>
              <a:rPr lang="nl-NL" sz="1400"/>
              <a:t> baseline </a:t>
            </a:r>
            <a:r>
              <a:rPr lang="nl-NL" sz="1400" err="1"/>
              <a:t>characteristics</a:t>
            </a:r>
            <a:r>
              <a:rPr lang="nl-NL" sz="1400"/>
              <a:t> </a:t>
            </a:r>
            <a:r>
              <a:rPr lang="nl-NL" sz="1400" err="1"/>
              <a:t>that</a:t>
            </a:r>
            <a:r>
              <a:rPr lang="nl-NL" sz="1400"/>
              <a:t> </a:t>
            </a:r>
            <a:r>
              <a:rPr lang="nl-NL" sz="1400" err="1"/>
              <a:t>were</a:t>
            </a:r>
            <a:r>
              <a:rPr lang="nl-NL" sz="1400"/>
              <a:t> significant </a:t>
            </a:r>
            <a:r>
              <a:rPr lang="nl-NL" sz="1400" err="1"/>
              <a:t>were</a:t>
            </a:r>
            <a:r>
              <a:rPr lang="nl-NL" sz="1400"/>
              <a:t> </a:t>
            </a:r>
            <a:r>
              <a:rPr lang="nl-NL" sz="1400" err="1"/>
              <a:t>recipient</a:t>
            </a:r>
            <a:r>
              <a:rPr lang="nl-NL" sz="1400"/>
              <a:t> </a:t>
            </a:r>
            <a:r>
              <a:rPr lang="nl-NL" sz="1400" err="1"/>
              <a:t>age</a:t>
            </a:r>
            <a:r>
              <a:rPr lang="nl-NL" sz="1400"/>
              <a:t> </a:t>
            </a:r>
            <a:r>
              <a:rPr lang="nl-NL" sz="1400" err="1"/>
              <a:t>and</a:t>
            </a:r>
            <a:r>
              <a:rPr lang="nl-NL" sz="1400"/>
              <a:t> </a:t>
            </a:r>
            <a:r>
              <a:rPr lang="nl-NL" sz="1400" err="1"/>
              <a:t>dialysis</a:t>
            </a:r>
            <a:r>
              <a:rPr lang="nl-NL" sz="1400"/>
              <a:t> in a </a:t>
            </a:r>
            <a:r>
              <a:rPr lang="nl-NL" sz="1400" err="1"/>
              <a:t>centre</a:t>
            </a:r>
            <a:r>
              <a:rPr lang="nl-NL" sz="1400"/>
              <a:t>.</a:t>
            </a:r>
          </a:p>
          <a:p>
            <a:r>
              <a:rPr lang="nl-NL" sz="1400"/>
              <a:t>The joint </a:t>
            </a:r>
            <a:r>
              <a:rPr lang="nl-NL" sz="1400" err="1"/>
              <a:t>models</a:t>
            </a:r>
            <a:r>
              <a:rPr lang="nl-NL" sz="1400"/>
              <a:t> </a:t>
            </a:r>
            <a:r>
              <a:rPr lang="nl-NL" sz="1400" err="1"/>
              <a:t>produced</a:t>
            </a:r>
            <a:r>
              <a:rPr lang="nl-NL" sz="1400"/>
              <a:t> </a:t>
            </a:r>
            <a:r>
              <a:rPr lang="nl-NL" sz="1400" err="1"/>
              <a:t>effects</a:t>
            </a:r>
            <a:r>
              <a:rPr lang="nl-NL" sz="1400"/>
              <a:t> in </a:t>
            </a:r>
            <a:r>
              <a:rPr lang="nl-NL" sz="1400" err="1"/>
              <a:t>the</a:t>
            </a:r>
            <a:r>
              <a:rPr lang="nl-NL" sz="1400"/>
              <a:t> </a:t>
            </a:r>
            <a:r>
              <a:rPr lang="nl-NL" sz="1400" err="1"/>
              <a:t>same</a:t>
            </a:r>
            <a:r>
              <a:rPr lang="nl-NL" sz="1400"/>
              <a:t> </a:t>
            </a:r>
            <a:r>
              <a:rPr lang="nl-NL" sz="1400" err="1"/>
              <a:t>direction</a:t>
            </a:r>
            <a:r>
              <a:rPr lang="nl-NL" sz="1400"/>
              <a:t> but </a:t>
            </a:r>
            <a:r>
              <a:rPr lang="nl-NL" sz="1400" err="1"/>
              <a:t>the</a:t>
            </a:r>
            <a:r>
              <a:rPr lang="nl-NL" sz="1400"/>
              <a:t> </a:t>
            </a:r>
            <a:r>
              <a:rPr lang="nl-NL" sz="1400" err="1"/>
              <a:t>effects</a:t>
            </a:r>
            <a:r>
              <a:rPr lang="nl-NL" sz="1400"/>
              <a:t> </a:t>
            </a:r>
            <a:r>
              <a:rPr lang="nl-NL" sz="1400" err="1"/>
              <a:t>were</a:t>
            </a:r>
            <a:r>
              <a:rPr lang="nl-NL" sz="1400"/>
              <a:t> </a:t>
            </a:r>
            <a:r>
              <a:rPr lang="nl-NL" sz="1400" err="1"/>
              <a:t>greater</a:t>
            </a:r>
            <a:r>
              <a:rPr lang="nl-NL" sz="1400"/>
              <a:t>. For </a:t>
            </a:r>
            <a:r>
              <a:rPr lang="nl-NL" sz="1400" err="1"/>
              <a:t>example</a:t>
            </a:r>
            <a:r>
              <a:rPr lang="nl-NL" sz="1400"/>
              <a:t>, </a:t>
            </a:r>
            <a:r>
              <a:rPr lang="nl-NL" sz="1400" err="1"/>
              <a:t>the</a:t>
            </a:r>
            <a:r>
              <a:rPr lang="nl-NL" sz="1400"/>
              <a:t> </a:t>
            </a:r>
            <a:r>
              <a:rPr lang="nl-NL" sz="1400" err="1"/>
              <a:t>association</a:t>
            </a:r>
            <a:r>
              <a:rPr lang="nl-NL" sz="1400"/>
              <a:t> </a:t>
            </a:r>
            <a:r>
              <a:rPr lang="nl-NL" sz="1400" err="1"/>
              <a:t>between</a:t>
            </a:r>
            <a:r>
              <a:rPr lang="nl-NL" sz="1400"/>
              <a:t> GFR </a:t>
            </a:r>
            <a:r>
              <a:rPr lang="nl-NL" sz="1400" err="1"/>
              <a:t>and</a:t>
            </a:r>
            <a:r>
              <a:rPr lang="nl-NL" sz="1400"/>
              <a:t> graft failure was </a:t>
            </a:r>
            <a:r>
              <a:rPr lang="nl-NL" sz="1400" err="1"/>
              <a:t>considerably</a:t>
            </a:r>
            <a:r>
              <a:rPr lang="nl-NL" sz="1400"/>
              <a:t> </a:t>
            </a:r>
            <a:r>
              <a:rPr lang="nl-NL" sz="1400" err="1"/>
              <a:t>stronger</a:t>
            </a:r>
            <a:r>
              <a:rPr lang="nl-NL" sz="1400"/>
              <a:t> in </a:t>
            </a:r>
            <a:r>
              <a:rPr lang="nl-NL" sz="1400" err="1"/>
              <a:t>the</a:t>
            </a:r>
            <a:r>
              <a:rPr lang="nl-NL" sz="1400"/>
              <a:t> joint model (HR = 0.95 per ml/min) </a:t>
            </a:r>
            <a:r>
              <a:rPr lang="nl-NL" sz="1400" err="1"/>
              <a:t>than</a:t>
            </a:r>
            <a:r>
              <a:rPr lang="nl-NL" sz="1400"/>
              <a:t> in </a:t>
            </a:r>
            <a:r>
              <a:rPr lang="nl-NL" sz="1400" err="1"/>
              <a:t>the</a:t>
            </a:r>
            <a:r>
              <a:rPr lang="nl-NL" sz="1400"/>
              <a:t> Cox model. </a:t>
            </a:r>
            <a:r>
              <a:rPr lang="nl-NL" sz="1400" err="1"/>
              <a:t>This</a:t>
            </a:r>
            <a:r>
              <a:rPr lang="nl-NL" sz="1400"/>
              <a:t> is </a:t>
            </a:r>
            <a:r>
              <a:rPr lang="nl-NL" sz="1400" err="1"/>
              <a:t>also</a:t>
            </a:r>
            <a:r>
              <a:rPr lang="nl-NL" sz="1400"/>
              <a:t> </a:t>
            </a:r>
            <a:r>
              <a:rPr lang="nl-NL" sz="1400" err="1"/>
              <a:t>true</a:t>
            </a:r>
            <a:r>
              <a:rPr lang="nl-NL" sz="1400"/>
              <a:t> </a:t>
            </a:r>
            <a:r>
              <a:rPr lang="nl-NL" sz="1400" err="1"/>
              <a:t>for</a:t>
            </a:r>
            <a:r>
              <a:rPr lang="nl-NL" sz="1400"/>
              <a:t> creatinine </a:t>
            </a:r>
            <a:r>
              <a:rPr lang="nl-NL" sz="1400" err="1"/>
              <a:t>and</a:t>
            </a:r>
            <a:r>
              <a:rPr lang="nl-NL" sz="1400"/>
              <a:t> MAP, </a:t>
            </a:r>
            <a:r>
              <a:rPr lang="nl-NL" sz="1400" err="1"/>
              <a:t>they</a:t>
            </a:r>
            <a:r>
              <a:rPr lang="nl-NL" sz="1400"/>
              <a:t> have </a:t>
            </a:r>
            <a:r>
              <a:rPr lang="nl-NL" sz="1400" err="1"/>
              <a:t>larger</a:t>
            </a:r>
            <a:r>
              <a:rPr lang="nl-NL" sz="1400"/>
              <a:t> hazard </a:t>
            </a:r>
            <a:r>
              <a:rPr lang="nl-NL" sz="1400" err="1"/>
              <a:t>ratios</a:t>
            </a:r>
            <a:r>
              <a:rPr lang="nl-NL" sz="1400"/>
              <a:t>. </a:t>
            </a:r>
          </a:p>
          <a:p>
            <a:r>
              <a:rPr lang="nl-NL" sz="1400" err="1"/>
              <a:t>Across</a:t>
            </a:r>
            <a:r>
              <a:rPr lang="nl-NL" sz="1400"/>
              <a:t> </a:t>
            </a:r>
            <a:r>
              <a:rPr lang="nl-NL" sz="1400" err="1"/>
              <a:t>all</a:t>
            </a:r>
            <a:r>
              <a:rPr lang="nl-NL" sz="1400"/>
              <a:t> </a:t>
            </a:r>
            <a:r>
              <a:rPr lang="nl-NL" sz="1400" err="1"/>
              <a:t>models</a:t>
            </a:r>
            <a:r>
              <a:rPr lang="nl-NL" sz="1400"/>
              <a:t>, </a:t>
            </a:r>
            <a:r>
              <a:rPr lang="nl-NL" sz="1400" err="1"/>
              <a:t>only</a:t>
            </a:r>
            <a:r>
              <a:rPr lang="nl-NL" sz="1400"/>
              <a:t> a subset of baseline </a:t>
            </a:r>
            <a:r>
              <a:rPr lang="nl-NL" sz="1400" err="1"/>
              <a:t>characteristics</a:t>
            </a:r>
            <a:r>
              <a:rPr lang="nl-NL" sz="1400"/>
              <a:t> </a:t>
            </a:r>
            <a:r>
              <a:rPr lang="nl-NL" sz="1400" err="1"/>
              <a:t>remained</a:t>
            </a:r>
            <a:r>
              <a:rPr lang="nl-NL" sz="1400"/>
              <a:t> significant. </a:t>
            </a:r>
            <a:r>
              <a:rPr lang="nl-NL" sz="1400" err="1"/>
              <a:t>Recipient</a:t>
            </a:r>
            <a:r>
              <a:rPr lang="nl-NL" sz="1400"/>
              <a:t> </a:t>
            </a:r>
            <a:r>
              <a:rPr lang="nl-NL" sz="1400" err="1"/>
              <a:t>age</a:t>
            </a:r>
            <a:r>
              <a:rPr lang="nl-NL" sz="1400"/>
              <a:t> </a:t>
            </a:r>
            <a:r>
              <a:rPr lang="nl-NL" sz="1400" err="1"/>
              <a:t>and</a:t>
            </a:r>
            <a:r>
              <a:rPr lang="nl-NL" sz="1400"/>
              <a:t> </a:t>
            </a:r>
            <a:r>
              <a:rPr lang="nl-NL" sz="1400" err="1"/>
              <a:t>haemodialysis</a:t>
            </a:r>
            <a:r>
              <a:rPr lang="nl-NL" sz="1400"/>
              <a:t> in a </a:t>
            </a:r>
            <a:r>
              <a:rPr lang="nl-NL" sz="1400" err="1"/>
              <a:t>centre</a:t>
            </a:r>
            <a:r>
              <a:rPr lang="nl-NL" sz="1400"/>
              <a:t> </a:t>
            </a:r>
            <a:r>
              <a:rPr lang="nl-NL" sz="1400" err="1"/>
              <a:t>were</a:t>
            </a:r>
            <a:r>
              <a:rPr lang="nl-NL" sz="1400"/>
              <a:t> </a:t>
            </a:r>
            <a:r>
              <a:rPr lang="nl-NL" sz="1400" err="1"/>
              <a:t>consistently</a:t>
            </a:r>
            <a:r>
              <a:rPr lang="nl-NL" sz="1400"/>
              <a:t> </a:t>
            </a:r>
            <a:r>
              <a:rPr lang="nl-NL" sz="1400" err="1"/>
              <a:t>associated</a:t>
            </a:r>
            <a:r>
              <a:rPr lang="nl-NL" sz="1400"/>
              <a:t> </a:t>
            </a:r>
            <a:r>
              <a:rPr lang="nl-NL" sz="1400" err="1"/>
              <a:t>with</a:t>
            </a:r>
            <a:r>
              <a:rPr lang="nl-NL" sz="1400"/>
              <a:t> a </a:t>
            </a:r>
            <a:r>
              <a:rPr lang="nl-NL" sz="1400" err="1"/>
              <a:t>higher</a:t>
            </a:r>
            <a:r>
              <a:rPr lang="nl-NL" sz="1400"/>
              <a:t> hazard, </a:t>
            </a:r>
            <a:r>
              <a:rPr lang="nl-NL" sz="1400" err="1"/>
              <a:t>whereas</a:t>
            </a:r>
            <a:r>
              <a:rPr lang="nl-NL" sz="1400"/>
              <a:t> BMI, donor </a:t>
            </a:r>
            <a:r>
              <a:rPr lang="nl-NL" sz="1400" err="1"/>
              <a:t>sexe</a:t>
            </a:r>
            <a:r>
              <a:rPr lang="nl-NL" sz="1400"/>
              <a:t>, </a:t>
            </a:r>
            <a:r>
              <a:rPr lang="nl-NL" sz="1400" err="1"/>
              <a:t>retransplantation</a:t>
            </a:r>
            <a:r>
              <a:rPr lang="nl-NL" sz="1400"/>
              <a:t> status </a:t>
            </a:r>
            <a:r>
              <a:rPr lang="nl-NL" sz="1400" err="1"/>
              <a:t>and</a:t>
            </a:r>
            <a:r>
              <a:rPr lang="nl-NL" sz="1400"/>
              <a:t> </a:t>
            </a:r>
            <a:r>
              <a:rPr lang="nl-NL" sz="1400" err="1"/>
              <a:t>dialysis</a:t>
            </a:r>
            <a:r>
              <a:rPr lang="nl-NL" sz="1400"/>
              <a:t> </a:t>
            </a:r>
            <a:r>
              <a:rPr lang="nl-NL" sz="1400" err="1"/>
              <a:t>duration</a:t>
            </a:r>
            <a:r>
              <a:rPr lang="nl-NL" sz="1400"/>
              <a:t> </a:t>
            </a:r>
            <a:r>
              <a:rPr lang="nl-NL" sz="1400" err="1"/>
              <a:t>were</a:t>
            </a:r>
            <a:r>
              <a:rPr lang="nl-NL" sz="1400"/>
              <a:t> non-significant in </a:t>
            </a:r>
            <a:r>
              <a:rPr lang="nl-NL" sz="1400" err="1"/>
              <a:t>nearly</a:t>
            </a:r>
            <a:r>
              <a:rPr lang="nl-NL" sz="1400"/>
              <a:t> </a:t>
            </a:r>
            <a:r>
              <a:rPr lang="nl-NL" sz="1400" err="1"/>
              <a:t>all</a:t>
            </a:r>
            <a:r>
              <a:rPr lang="nl-NL" sz="1400"/>
              <a:t> </a:t>
            </a:r>
            <a:r>
              <a:rPr lang="nl-NL" sz="1400" err="1"/>
              <a:t>models</a:t>
            </a:r>
            <a:r>
              <a:rPr lang="nl-NL" sz="1400"/>
              <a:t>. </a:t>
            </a:r>
          </a:p>
          <a:p>
            <a:endParaRPr lang="nl-NL"/>
          </a:p>
        </p:txBody>
      </p:sp>
      <p:sp>
        <p:nvSpPr>
          <p:cNvPr id="4" name="Tekstvak 3">
            <a:extLst>
              <a:ext uri="{FF2B5EF4-FFF2-40B4-BE49-F238E27FC236}">
                <a16:creationId xmlns:a16="http://schemas.microsoft.com/office/drawing/2014/main" id="{17FAA139-E030-0294-5358-081828DEC6DA}"/>
              </a:ext>
            </a:extLst>
          </p:cNvPr>
          <p:cNvSpPr txBox="1"/>
          <p:nvPr/>
        </p:nvSpPr>
        <p:spPr>
          <a:xfrm>
            <a:off x="6958691" y="6623405"/>
            <a:ext cx="4418806" cy="27699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200">
                <a:latin typeface="Tenorite"/>
                <a:ea typeface="Google Sans Text"/>
                <a:cs typeface="Google Sans Text"/>
              </a:rPr>
              <a:t>Table 5 - Comparison of Time-dependent Cox vs Joint models</a:t>
            </a:r>
            <a:endParaRPr lang="en-US" sz="1200"/>
          </a:p>
        </p:txBody>
      </p:sp>
    </p:spTree>
    <p:extLst>
      <p:ext uri="{BB962C8B-B14F-4D97-AF65-F5344CB8AC3E}">
        <p14:creationId xmlns:p14="http://schemas.microsoft.com/office/powerpoint/2010/main" val="260961281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972D8A7B-DEC7-B720-EA5C-D057445DCC50}"/>
              </a:ext>
            </a:extLst>
          </p:cNvPr>
          <p:cNvSpPr>
            <a:spLocks noGrp="1"/>
          </p:cNvSpPr>
          <p:nvPr>
            <p:ph type="title"/>
          </p:nvPr>
        </p:nvSpPr>
        <p:spPr/>
        <p:txBody>
          <a:bodyPr/>
          <a:lstStyle/>
          <a:p>
            <a:r>
              <a:rPr lang="nl-NL"/>
              <a:t>Dynamic prediction GFR: patient 100</a:t>
            </a:r>
          </a:p>
        </p:txBody>
      </p:sp>
      <p:pic>
        <p:nvPicPr>
          <p:cNvPr id="4" name="Tijdelijke aanduiding voor inhoud 3" descr="Afbeelding met tekst, schermopname, lijn, Perceel&#10;&#10;Door AI gegenereerde inhoud is mogelijk onjuist.">
            <a:extLst>
              <a:ext uri="{FF2B5EF4-FFF2-40B4-BE49-F238E27FC236}">
                <a16:creationId xmlns:a16="http://schemas.microsoft.com/office/drawing/2014/main" id="{869719CF-AF14-F918-EA56-25591B6A9EFB}"/>
              </a:ext>
            </a:extLst>
          </p:cNvPr>
          <p:cNvPicPr>
            <a:picLocks noGrp="1" noChangeAspect="1"/>
          </p:cNvPicPr>
          <p:nvPr>
            <p:ph idx="1"/>
          </p:nvPr>
        </p:nvPicPr>
        <p:blipFill>
          <a:blip r:embed="rId2"/>
          <a:stretch>
            <a:fillRect/>
          </a:stretch>
        </p:blipFill>
        <p:spPr>
          <a:xfrm>
            <a:off x="6471971" y="2487398"/>
            <a:ext cx="5201970" cy="3378242"/>
          </a:xfrm>
          <a:prstGeom prst="rect">
            <a:avLst/>
          </a:prstGeom>
        </p:spPr>
      </p:pic>
      <p:sp>
        <p:nvSpPr>
          <p:cNvPr id="5" name="Tekstvak 4">
            <a:extLst>
              <a:ext uri="{FF2B5EF4-FFF2-40B4-BE49-F238E27FC236}">
                <a16:creationId xmlns:a16="http://schemas.microsoft.com/office/drawing/2014/main" id="{A6865EEC-33A2-710E-F2BE-B8DB4924AA58}"/>
              </a:ext>
            </a:extLst>
          </p:cNvPr>
          <p:cNvSpPr txBox="1"/>
          <p:nvPr/>
        </p:nvSpPr>
        <p:spPr>
          <a:xfrm>
            <a:off x="148827" y="1904999"/>
            <a:ext cx="6072187" cy="442019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endParaRPr lang="nl-NL"/>
          </a:p>
        </p:txBody>
      </p:sp>
      <p:sp>
        <p:nvSpPr>
          <p:cNvPr id="8" name="Tekstvak 7">
            <a:extLst>
              <a:ext uri="{FF2B5EF4-FFF2-40B4-BE49-F238E27FC236}">
                <a16:creationId xmlns:a16="http://schemas.microsoft.com/office/drawing/2014/main" id="{3F00F030-78E2-928F-C008-D39703A5E926}"/>
              </a:ext>
            </a:extLst>
          </p:cNvPr>
          <p:cNvSpPr txBox="1"/>
          <p:nvPr/>
        </p:nvSpPr>
        <p:spPr>
          <a:xfrm>
            <a:off x="401719" y="2440074"/>
            <a:ext cx="5743103" cy="369331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nl-NL"/>
              <a:t>Using </a:t>
            </a:r>
            <a:r>
              <a:rPr lang="nl-NL" err="1"/>
              <a:t>the</a:t>
            </a:r>
            <a:r>
              <a:rPr lang="nl-NL"/>
              <a:t> </a:t>
            </a:r>
            <a:r>
              <a:rPr lang="nl-NL" err="1"/>
              <a:t>fitted</a:t>
            </a:r>
            <a:r>
              <a:rPr lang="nl-NL"/>
              <a:t> joint model we </a:t>
            </a:r>
            <a:r>
              <a:rPr lang="nl-NL" err="1"/>
              <a:t>performed</a:t>
            </a:r>
            <a:r>
              <a:rPr lang="nl-NL"/>
              <a:t> a </a:t>
            </a:r>
            <a:r>
              <a:rPr lang="nl-NL" err="1"/>
              <a:t>dynamic</a:t>
            </a:r>
            <a:r>
              <a:rPr lang="nl-NL"/>
              <a:t>, </a:t>
            </a:r>
            <a:r>
              <a:rPr lang="nl-NL" err="1"/>
              <a:t>patient-specific</a:t>
            </a:r>
            <a:r>
              <a:rPr lang="nl-NL"/>
              <a:t> </a:t>
            </a:r>
            <a:r>
              <a:rPr lang="nl-NL" err="1"/>
              <a:t>prediction</a:t>
            </a:r>
            <a:r>
              <a:rPr lang="nl-NL"/>
              <a:t> of graft survival. We </a:t>
            </a:r>
            <a:r>
              <a:rPr lang="nl-NL" err="1"/>
              <a:t>randomly</a:t>
            </a:r>
            <a:r>
              <a:rPr lang="nl-NL"/>
              <a:t> chose </a:t>
            </a:r>
            <a:r>
              <a:rPr lang="nl-NL" err="1"/>
              <a:t>patient</a:t>
            </a:r>
            <a:r>
              <a:rPr lang="nl-NL"/>
              <a:t> ID 100 </a:t>
            </a:r>
            <a:r>
              <a:rPr lang="nl-NL" err="1"/>
              <a:t>to</a:t>
            </a:r>
            <a:r>
              <a:rPr lang="nl-NL"/>
              <a:t> display. The </a:t>
            </a:r>
            <a:r>
              <a:rPr lang="nl-NL" err="1"/>
              <a:t>graph</a:t>
            </a:r>
            <a:r>
              <a:rPr lang="nl-NL"/>
              <a:t> </a:t>
            </a:r>
            <a:r>
              <a:rPr lang="nl-NL" err="1"/>
              <a:t>can</a:t>
            </a:r>
            <a:r>
              <a:rPr lang="nl-NL"/>
              <a:t> </a:t>
            </a:r>
            <a:r>
              <a:rPr lang="nl-NL" err="1"/>
              <a:t>be</a:t>
            </a:r>
            <a:r>
              <a:rPr lang="nl-NL"/>
              <a:t> </a:t>
            </a:r>
            <a:r>
              <a:rPr lang="nl-NL" err="1"/>
              <a:t>seen</a:t>
            </a:r>
            <a:r>
              <a:rPr lang="nl-NL"/>
              <a:t> in </a:t>
            </a:r>
            <a:r>
              <a:rPr lang="nl-NL" err="1"/>
              <a:t>Figure</a:t>
            </a:r>
            <a:r>
              <a:rPr lang="nl-NL"/>
              <a:t> 15. On </a:t>
            </a:r>
            <a:r>
              <a:rPr lang="nl-NL" err="1"/>
              <a:t>the</a:t>
            </a:r>
            <a:r>
              <a:rPr lang="nl-NL"/>
              <a:t> </a:t>
            </a:r>
            <a:r>
              <a:rPr lang="nl-NL" err="1"/>
              <a:t>left</a:t>
            </a:r>
            <a:r>
              <a:rPr lang="nl-NL"/>
              <a:t> we </a:t>
            </a:r>
            <a:r>
              <a:rPr lang="nl-NL" err="1"/>
              <a:t>see</a:t>
            </a:r>
            <a:r>
              <a:rPr lang="nl-NL"/>
              <a:t> </a:t>
            </a:r>
            <a:r>
              <a:rPr lang="nl-NL" err="1"/>
              <a:t>the</a:t>
            </a:r>
            <a:r>
              <a:rPr lang="nl-NL"/>
              <a:t> GFR </a:t>
            </a:r>
            <a:r>
              <a:rPr lang="nl-NL" err="1"/>
              <a:t>measurements</a:t>
            </a:r>
            <a:r>
              <a:rPr lang="nl-NL"/>
              <a:t> (stars), </a:t>
            </a:r>
            <a:r>
              <a:rPr lang="nl-NL" err="1"/>
              <a:t>with</a:t>
            </a:r>
            <a:r>
              <a:rPr lang="nl-NL"/>
              <a:t> </a:t>
            </a:r>
            <a:r>
              <a:rPr lang="nl-NL" err="1"/>
              <a:t>the</a:t>
            </a:r>
            <a:r>
              <a:rPr lang="nl-NL"/>
              <a:t> red line as </a:t>
            </a:r>
            <a:r>
              <a:rPr lang="nl-NL" err="1"/>
              <a:t>an</a:t>
            </a:r>
            <a:r>
              <a:rPr lang="nl-NL"/>
              <a:t> </a:t>
            </a:r>
            <a:r>
              <a:rPr lang="nl-NL" err="1"/>
              <a:t>individual</a:t>
            </a:r>
            <a:r>
              <a:rPr lang="nl-NL"/>
              <a:t> </a:t>
            </a:r>
            <a:r>
              <a:rPr lang="nl-NL" err="1"/>
              <a:t>trajectory</a:t>
            </a:r>
            <a:r>
              <a:rPr lang="nl-NL"/>
              <a:t>. The </a:t>
            </a:r>
            <a:r>
              <a:rPr lang="nl-NL" err="1"/>
              <a:t>vertical</a:t>
            </a:r>
            <a:r>
              <a:rPr lang="nl-NL"/>
              <a:t> line is </a:t>
            </a:r>
            <a:r>
              <a:rPr lang="nl-NL" err="1"/>
              <a:t>the</a:t>
            </a:r>
            <a:r>
              <a:rPr lang="nl-NL"/>
              <a:t> last GFR </a:t>
            </a:r>
            <a:r>
              <a:rPr lang="nl-NL" err="1"/>
              <a:t>measurement</a:t>
            </a:r>
            <a:r>
              <a:rPr lang="nl-NL"/>
              <a:t>. </a:t>
            </a:r>
            <a:r>
              <a:rPr lang="nl-NL" err="1"/>
              <a:t>This</a:t>
            </a:r>
            <a:r>
              <a:rPr lang="nl-NL"/>
              <a:t> line is </a:t>
            </a:r>
            <a:r>
              <a:rPr lang="nl-NL" err="1"/>
              <a:t>followed</a:t>
            </a:r>
            <a:r>
              <a:rPr lang="nl-NL"/>
              <a:t> </a:t>
            </a:r>
            <a:r>
              <a:rPr lang="nl-NL" err="1"/>
              <a:t>by</a:t>
            </a:r>
            <a:r>
              <a:rPr lang="nl-NL"/>
              <a:t> </a:t>
            </a:r>
            <a:r>
              <a:rPr lang="nl-NL" err="1"/>
              <a:t>our</a:t>
            </a:r>
            <a:r>
              <a:rPr lang="nl-NL"/>
              <a:t> </a:t>
            </a:r>
            <a:r>
              <a:rPr lang="nl-NL" err="1"/>
              <a:t>prediction</a:t>
            </a:r>
            <a:r>
              <a:rPr lang="nl-NL"/>
              <a:t> line. We </a:t>
            </a:r>
            <a:r>
              <a:rPr lang="nl-NL" err="1"/>
              <a:t>see</a:t>
            </a:r>
            <a:r>
              <a:rPr lang="nl-NL"/>
              <a:t> </a:t>
            </a:r>
            <a:r>
              <a:rPr lang="nl-NL" err="1"/>
              <a:t>that</a:t>
            </a:r>
            <a:r>
              <a:rPr lang="nl-NL"/>
              <a:t> at </a:t>
            </a:r>
            <a:r>
              <a:rPr lang="nl-NL" err="1"/>
              <a:t>the</a:t>
            </a:r>
            <a:r>
              <a:rPr lang="nl-NL"/>
              <a:t> start, </a:t>
            </a:r>
            <a:r>
              <a:rPr lang="nl-NL" err="1"/>
              <a:t>the</a:t>
            </a:r>
            <a:r>
              <a:rPr lang="nl-NL"/>
              <a:t> </a:t>
            </a:r>
            <a:r>
              <a:rPr lang="nl-NL" err="1"/>
              <a:t>predicted</a:t>
            </a:r>
            <a:r>
              <a:rPr lang="nl-NL"/>
              <a:t> survival of </a:t>
            </a:r>
            <a:r>
              <a:rPr lang="nl-NL" err="1"/>
              <a:t>the</a:t>
            </a:r>
            <a:r>
              <a:rPr lang="nl-NL"/>
              <a:t> graft is 1. </a:t>
            </a:r>
            <a:r>
              <a:rPr lang="nl-NL" err="1"/>
              <a:t>After</a:t>
            </a:r>
            <a:r>
              <a:rPr lang="nl-NL"/>
              <a:t> 5 </a:t>
            </a:r>
            <a:r>
              <a:rPr lang="nl-NL" err="1"/>
              <a:t>years</a:t>
            </a:r>
            <a:r>
              <a:rPr lang="nl-NL"/>
              <a:t>, </a:t>
            </a:r>
            <a:r>
              <a:rPr lang="nl-NL" err="1"/>
              <a:t>little</a:t>
            </a:r>
            <a:r>
              <a:rPr lang="nl-NL"/>
              <a:t> </a:t>
            </a:r>
            <a:r>
              <a:rPr lang="nl-NL" err="1"/>
              <a:t>above</a:t>
            </a:r>
            <a:r>
              <a:rPr lang="nl-NL"/>
              <a:t> 80%. At 10 </a:t>
            </a:r>
            <a:r>
              <a:rPr lang="nl-NL" err="1"/>
              <a:t>years</a:t>
            </a:r>
            <a:r>
              <a:rPr lang="nl-NL"/>
              <a:t> </a:t>
            </a:r>
            <a:r>
              <a:rPr lang="nl-NL" err="1"/>
              <a:t>after</a:t>
            </a:r>
            <a:r>
              <a:rPr lang="nl-NL"/>
              <a:t> </a:t>
            </a:r>
            <a:r>
              <a:rPr lang="nl-NL" err="1"/>
              <a:t>transplantation</a:t>
            </a:r>
            <a:r>
              <a:rPr lang="nl-NL"/>
              <a:t> </a:t>
            </a:r>
            <a:r>
              <a:rPr lang="nl-NL" err="1"/>
              <a:t>there</a:t>
            </a:r>
            <a:r>
              <a:rPr lang="nl-NL"/>
              <a:t> is a 70% </a:t>
            </a:r>
            <a:r>
              <a:rPr lang="nl-NL" err="1"/>
              <a:t>estimated</a:t>
            </a:r>
            <a:r>
              <a:rPr lang="nl-NL"/>
              <a:t> survival </a:t>
            </a:r>
            <a:r>
              <a:rPr lang="nl-NL" err="1"/>
              <a:t>probability</a:t>
            </a:r>
            <a:r>
              <a:rPr lang="nl-NL"/>
              <a:t> </a:t>
            </a:r>
            <a:r>
              <a:rPr lang="nl-NL" err="1"/>
              <a:t>and</a:t>
            </a:r>
            <a:r>
              <a:rPr lang="nl-NL"/>
              <a:t> at 20 </a:t>
            </a:r>
            <a:r>
              <a:rPr lang="nl-NL" err="1"/>
              <a:t>years</a:t>
            </a:r>
            <a:r>
              <a:rPr lang="nl-NL"/>
              <a:t> </a:t>
            </a:r>
            <a:r>
              <a:rPr lang="nl-NL" err="1"/>
              <a:t>around</a:t>
            </a:r>
            <a:r>
              <a:rPr lang="nl-NL"/>
              <a:t> 55%. The </a:t>
            </a:r>
            <a:r>
              <a:rPr lang="nl-NL" err="1"/>
              <a:t>results</a:t>
            </a:r>
            <a:r>
              <a:rPr lang="nl-NL"/>
              <a:t> are </a:t>
            </a:r>
            <a:r>
              <a:rPr lang="nl-NL" err="1"/>
              <a:t>somewhat</a:t>
            </a:r>
            <a:r>
              <a:rPr lang="nl-NL"/>
              <a:t> </a:t>
            </a:r>
            <a:r>
              <a:rPr lang="nl-NL" err="1"/>
              <a:t>above</a:t>
            </a:r>
            <a:r>
              <a:rPr lang="nl-NL"/>
              <a:t> </a:t>
            </a:r>
            <a:r>
              <a:rPr lang="nl-NL" err="1"/>
              <a:t>average</a:t>
            </a:r>
            <a:r>
              <a:rPr lang="nl-NL"/>
              <a:t>, </a:t>
            </a:r>
            <a:r>
              <a:rPr lang="nl-NL" err="1"/>
              <a:t>yet</a:t>
            </a:r>
            <a:r>
              <a:rPr lang="nl-NL"/>
              <a:t> </a:t>
            </a:r>
            <a:r>
              <a:rPr lang="nl-NL" err="1"/>
              <a:t>clinically</a:t>
            </a:r>
            <a:r>
              <a:rPr lang="nl-NL"/>
              <a:t> </a:t>
            </a:r>
            <a:r>
              <a:rPr lang="nl-NL" err="1"/>
              <a:t>plausible</a:t>
            </a:r>
            <a:r>
              <a:rPr lang="nl-NL"/>
              <a:t> (</a:t>
            </a:r>
            <a:r>
              <a:rPr lang="nl-NL" err="1"/>
              <a:t>to</a:t>
            </a:r>
            <a:r>
              <a:rPr lang="nl-NL"/>
              <a:t> </a:t>
            </a:r>
            <a:r>
              <a:rPr lang="nl-NL" err="1"/>
              <a:t>our</a:t>
            </a:r>
            <a:r>
              <a:rPr lang="nl-NL"/>
              <a:t> </a:t>
            </a:r>
            <a:r>
              <a:rPr lang="nl-NL" err="1"/>
              <a:t>knowledge</a:t>
            </a:r>
            <a:r>
              <a:rPr lang="nl-NL"/>
              <a:t>) </a:t>
            </a:r>
            <a:r>
              <a:rPr lang="nl-NL" err="1"/>
              <a:t>and</a:t>
            </a:r>
            <a:r>
              <a:rPr lang="nl-NL"/>
              <a:t> </a:t>
            </a:r>
            <a:r>
              <a:rPr lang="nl-NL" err="1"/>
              <a:t>suggest</a:t>
            </a:r>
            <a:r>
              <a:rPr lang="nl-NL"/>
              <a:t> a </a:t>
            </a:r>
            <a:r>
              <a:rPr lang="nl-NL" err="1"/>
              <a:t>good</a:t>
            </a:r>
            <a:r>
              <a:rPr lang="nl-NL"/>
              <a:t> </a:t>
            </a:r>
            <a:r>
              <a:rPr lang="nl-NL" err="1"/>
              <a:t>prognosis</a:t>
            </a:r>
            <a:r>
              <a:rPr lang="nl-NL"/>
              <a:t>.</a:t>
            </a:r>
          </a:p>
        </p:txBody>
      </p:sp>
      <p:sp>
        <p:nvSpPr>
          <p:cNvPr id="7" name="Tekstvak 6">
            <a:extLst>
              <a:ext uri="{FF2B5EF4-FFF2-40B4-BE49-F238E27FC236}">
                <a16:creationId xmlns:a16="http://schemas.microsoft.com/office/drawing/2014/main" id="{DF4BEE93-43E0-54F7-CFA9-5F63542A3E19}"/>
              </a:ext>
            </a:extLst>
          </p:cNvPr>
          <p:cNvSpPr txBox="1"/>
          <p:nvPr/>
        </p:nvSpPr>
        <p:spPr>
          <a:xfrm>
            <a:off x="7292799" y="5861404"/>
            <a:ext cx="3815067" cy="27699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200">
                <a:latin typeface="Tenorite"/>
                <a:ea typeface="Google Sans Text"/>
                <a:cs typeface="Google Sans Text"/>
              </a:rPr>
              <a:t>Figure 15 – dynamic patient-specific prediction (GFR)</a:t>
            </a:r>
            <a:endParaRPr lang="en-US" sz="1200"/>
          </a:p>
        </p:txBody>
      </p:sp>
    </p:spTree>
    <p:extLst>
      <p:ext uri="{BB962C8B-B14F-4D97-AF65-F5344CB8AC3E}">
        <p14:creationId xmlns:p14="http://schemas.microsoft.com/office/powerpoint/2010/main" val="190403258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5D1D1B5F-7155-735D-5360-8AA39762C6E1}"/>
              </a:ext>
            </a:extLst>
          </p:cNvPr>
          <p:cNvSpPr>
            <a:spLocks noGrp="1"/>
          </p:cNvSpPr>
          <p:nvPr>
            <p:ph type="title"/>
          </p:nvPr>
        </p:nvSpPr>
        <p:spPr/>
        <p:txBody>
          <a:bodyPr/>
          <a:lstStyle/>
          <a:p>
            <a:r>
              <a:rPr lang="nl-NL"/>
              <a:t>Dynamic prediction CREAT: patient 100</a:t>
            </a:r>
          </a:p>
        </p:txBody>
      </p:sp>
      <p:pic>
        <p:nvPicPr>
          <p:cNvPr id="4" name="Tijdelijke aanduiding voor inhoud 3" descr="Afbeelding met tekst, lijn, diagram, Perceel&#10;&#10;Door AI gegenereerde inhoud is mogelijk onjuist.">
            <a:extLst>
              <a:ext uri="{FF2B5EF4-FFF2-40B4-BE49-F238E27FC236}">
                <a16:creationId xmlns:a16="http://schemas.microsoft.com/office/drawing/2014/main" id="{E117BF7C-BA0A-6DD0-CA79-43B9D33BFAED}"/>
              </a:ext>
            </a:extLst>
          </p:cNvPr>
          <p:cNvPicPr>
            <a:picLocks noGrp="1" noChangeAspect="1"/>
          </p:cNvPicPr>
          <p:nvPr>
            <p:ph idx="1"/>
          </p:nvPr>
        </p:nvPicPr>
        <p:blipFill>
          <a:blip r:embed="rId2"/>
          <a:stretch>
            <a:fillRect/>
          </a:stretch>
        </p:blipFill>
        <p:spPr>
          <a:xfrm>
            <a:off x="7020179" y="2415511"/>
            <a:ext cx="5176223" cy="3366813"/>
          </a:xfrm>
          <a:prstGeom prst="rect">
            <a:avLst/>
          </a:prstGeom>
        </p:spPr>
      </p:pic>
      <p:sp>
        <p:nvSpPr>
          <p:cNvPr id="5" name="Tekstvak 4">
            <a:extLst>
              <a:ext uri="{FF2B5EF4-FFF2-40B4-BE49-F238E27FC236}">
                <a16:creationId xmlns:a16="http://schemas.microsoft.com/office/drawing/2014/main" id="{019FC4F4-6C9F-6313-0240-C1DBAA53ACEF}"/>
              </a:ext>
            </a:extLst>
          </p:cNvPr>
          <p:cNvSpPr txBox="1"/>
          <p:nvPr/>
        </p:nvSpPr>
        <p:spPr>
          <a:xfrm>
            <a:off x="1234916" y="2231775"/>
            <a:ext cx="5653832" cy="392792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endParaRPr lang="nl-NL"/>
          </a:p>
        </p:txBody>
      </p:sp>
      <p:sp>
        <p:nvSpPr>
          <p:cNvPr id="6" name="Tekstvak 5">
            <a:extLst>
              <a:ext uri="{FF2B5EF4-FFF2-40B4-BE49-F238E27FC236}">
                <a16:creationId xmlns:a16="http://schemas.microsoft.com/office/drawing/2014/main" id="{A31DFA6D-6156-1FAD-9878-12DAE2F0BFAE}"/>
              </a:ext>
            </a:extLst>
          </p:cNvPr>
          <p:cNvSpPr txBox="1"/>
          <p:nvPr/>
        </p:nvSpPr>
        <p:spPr>
          <a:xfrm>
            <a:off x="1220037" y="2246654"/>
            <a:ext cx="5698467" cy="368986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endParaRPr lang="nl-NL"/>
          </a:p>
        </p:txBody>
      </p:sp>
      <p:sp>
        <p:nvSpPr>
          <p:cNvPr id="7" name="Tekstvak 6">
            <a:extLst>
              <a:ext uri="{FF2B5EF4-FFF2-40B4-BE49-F238E27FC236}">
                <a16:creationId xmlns:a16="http://schemas.microsoft.com/office/drawing/2014/main" id="{F3C0CD0E-E4B3-866E-FF93-583B61E51F24}"/>
              </a:ext>
            </a:extLst>
          </p:cNvPr>
          <p:cNvSpPr txBox="1"/>
          <p:nvPr/>
        </p:nvSpPr>
        <p:spPr>
          <a:xfrm>
            <a:off x="565286" y="2276023"/>
            <a:ext cx="5965265" cy="313932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nl-NL"/>
              <a:t>Using </a:t>
            </a:r>
            <a:r>
              <a:rPr lang="nl-NL" err="1"/>
              <a:t>the</a:t>
            </a:r>
            <a:r>
              <a:rPr lang="nl-NL"/>
              <a:t> </a:t>
            </a:r>
            <a:r>
              <a:rPr lang="nl-NL" err="1"/>
              <a:t>fitted</a:t>
            </a:r>
            <a:r>
              <a:rPr lang="nl-NL"/>
              <a:t> joint model </a:t>
            </a:r>
            <a:r>
              <a:rPr lang="nl-NL" err="1"/>
              <a:t>with</a:t>
            </a:r>
            <a:r>
              <a:rPr lang="nl-NL"/>
              <a:t> creatinine as a marker, we </a:t>
            </a:r>
            <a:r>
              <a:rPr lang="nl-NL" err="1"/>
              <a:t>performed</a:t>
            </a:r>
            <a:r>
              <a:rPr lang="nl-NL"/>
              <a:t> </a:t>
            </a:r>
            <a:r>
              <a:rPr lang="nl-NL" err="1"/>
              <a:t>also</a:t>
            </a:r>
            <a:r>
              <a:rPr lang="nl-NL"/>
              <a:t> a </a:t>
            </a:r>
            <a:r>
              <a:rPr lang="nl-NL" err="1"/>
              <a:t>dynamic</a:t>
            </a:r>
            <a:r>
              <a:rPr lang="nl-NL"/>
              <a:t> </a:t>
            </a:r>
            <a:r>
              <a:rPr lang="nl-NL" err="1"/>
              <a:t>prediction</a:t>
            </a:r>
            <a:r>
              <a:rPr lang="nl-NL"/>
              <a:t> of </a:t>
            </a:r>
            <a:r>
              <a:rPr lang="nl-NL" err="1"/>
              <a:t>the</a:t>
            </a:r>
            <a:r>
              <a:rPr lang="nl-NL"/>
              <a:t> graft survival </a:t>
            </a:r>
            <a:r>
              <a:rPr lang="nl-NL" err="1"/>
              <a:t>for</a:t>
            </a:r>
            <a:r>
              <a:rPr lang="nl-NL"/>
              <a:t> </a:t>
            </a:r>
            <a:r>
              <a:rPr lang="nl-NL" err="1"/>
              <a:t>patient</a:t>
            </a:r>
            <a:r>
              <a:rPr lang="nl-NL"/>
              <a:t> </a:t>
            </a:r>
            <a:r>
              <a:rPr lang="nl-NL" err="1"/>
              <a:t>with</a:t>
            </a:r>
            <a:r>
              <a:rPr lang="nl-NL"/>
              <a:t> ID 100 (</a:t>
            </a:r>
            <a:r>
              <a:rPr lang="nl-NL" err="1"/>
              <a:t>Figure</a:t>
            </a:r>
            <a:r>
              <a:rPr lang="nl-NL"/>
              <a:t> 16). At </a:t>
            </a:r>
            <a:r>
              <a:rPr lang="nl-NL" err="1"/>
              <a:t>landmarktime</a:t>
            </a:r>
            <a:r>
              <a:rPr lang="nl-NL"/>
              <a:t>, </a:t>
            </a:r>
            <a:r>
              <a:rPr lang="nl-NL" err="1"/>
              <a:t>the</a:t>
            </a:r>
            <a:r>
              <a:rPr lang="nl-NL"/>
              <a:t> </a:t>
            </a:r>
            <a:r>
              <a:rPr lang="nl-NL" err="1"/>
              <a:t>predicted</a:t>
            </a:r>
            <a:r>
              <a:rPr lang="nl-NL"/>
              <a:t> graft survival </a:t>
            </a:r>
            <a:r>
              <a:rPr lang="nl-NL" err="1"/>
              <a:t>probability</a:t>
            </a:r>
            <a:r>
              <a:rPr lang="nl-NL"/>
              <a:t> is 1.0. </a:t>
            </a:r>
            <a:r>
              <a:rPr lang="nl-NL" err="1"/>
              <a:t>After</a:t>
            </a:r>
            <a:r>
              <a:rPr lang="nl-NL"/>
              <a:t> 5 </a:t>
            </a:r>
            <a:r>
              <a:rPr lang="nl-NL" err="1"/>
              <a:t>years</a:t>
            </a:r>
            <a:r>
              <a:rPr lang="nl-NL"/>
              <a:t> </a:t>
            </a:r>
            <a:r>
              <a:rPr lang="nl-NL" err="1"/>
              <a:t>the</a:t>
            </a:r>
            <a:r>
              <a:rPr lang="nl-NL"/>
              <a:t> </a:t>
            </a:r>
            <a:r>
              <a:rPr lang="nl-NL" err="1"/>
              <a:t>estimated</a:t>
            </a:r>
            <a:r>
              <a:rPr lang="nl-NL"/>
              <a:t> survival </a:t>
            </a:r>
            <a:r>
              <a:rPr lang="nl-NL" err="1"/>
              <a:t>probability</a:t>
            </a:r>
            <a:r>
              <a:rPr lang="nl-NL"/>
              <a:t> is </a:t>
            </a:r>
            <a:r>
              <a:rPr lang="nl-NL" err="1"/>
              <a:t>still</a:t>
            </a:r>
            <a:r>
              <a:rPr lang="nl-NL"/>
              <a:t> </a:t>
            </a:r>
            <a:r>
              <a:rPr lang="nl-NL" err="1"/>
              <a:t>around</a:t>
            </a:r>
            <a:r>
              <a:rPr lang="nl-NL"/>
              <a:t> 80% but </a:t>
            </a:r>
            <a:r>
              <a:rPr lang="nl-NL" err="1"/>
              <a:t>it</a:t>
            </a:r>
            <a:r>
              <a:rPr lang="nl-NL"/>
              <a:t> </a:t>
            </a:r>
            <a:r>
              <a:rPr lang="nl-NL" err="1"/>
              <a:t>decreases</a:t>
            </a:r>
            <a:r>
              <a:rPr lang="nl-NL"/>
              <a:t> </a:t>
            </a:r>
            <a:r>
              <a:rPr lang="nl-NL" err="1"/>
              <a:t>to</a:t>
            </a:r>
            <a:r>
              <a:rPr lang="nl-NL"/>
              <a:t> 60% at 10 </a:t>
            </a:r>
            <a:r>
              <a:rPr lang="nl-NL" err="1"/>
              <a:t>years</a:t>
            </a:r>
            <a:r>
              <a:rPr lang="nl-NL"/>
              <a:t> </a:t>
            </a:r>
            <a:r>
              <a:rPr lang="nl-NL" err="1"/>
              <a:t>and</a:t>
            </a:r>
            <a:r>
              <a:rPr lang="nl-NL"/>
              <a:t> </a:t>
            </a:r>
            <a:r>
              <a:rPr lang="nl-NL" err="1"/>
              <a:t>about</a:t>
            </a:r>
            <a:r>
              <a:rPr lang="nl-NL"/>
              <a:t> 40% at 20 </a:t>
            </a:r>
            <a:r>
              <a:rPr lang="nl-NL" err="1"/>
              <a:t>years</a:t>
            </a:r>
            <a:r>
              <a:rPr lang="nl-NL"/>
              <a:t> </a:t>
            </a:r>
            <a:r>
              <a:rPr lang="nl-NL" err="1"/>
              <a:t>after</a:t>
            </a:r>
            <a:r>
              <a:rPr lang="nl-NL"/>
              <a:t> </a:t>
            </a:r>
            <a:r>
              <a:rPr lang="nl-NL" err="1"/>
              <a:t>transplantation</a:t>
            </a:r>
            <a:r>
              <a:rPr lang="nl-NL"/>
              <a:t>. </a:t>
            </a:r>
            <a:r>
              <a:rPr lang="nl-NL" err="1"/>
              <a:t>Because</a:t>
            </a:r>
            <a:r>
              <a:rPr lang="nl-NL"/>
              <a:t> </a:t>
            </a:r>
            <a:r>
              <a:rPr lang="nl-NL" err="1"/>
              <a:t>higher</a:t>
            </a:r>
            <a:r>
              <a:rPr lang="nl-NL"/>
              <a:t> creatinine </a:t>
            </a:r>
            <a:r>
              <a:rPr lang="nl-NL" err="1"/>
              <a:t>values</a:t>
            </a:r>
            <a:r>
              <a:rPr lang="nl-NL"/>
              <a:t> are </a:t>
            </a:r>
            <a:r>
              <a:rPr lang="nl-NL" err="1"/>
              <a:t>associated</a:t>
            </a:r>
            <a:r>
              <a:rPr lang="nl-NL"/>
              <a:t> </a:t>
            </a:r>
            <a:r>
              <a:rPr lang="nl-NL" err="1"/>
              <a:t>with</a:t>
            </a:r>
            <a:r>
              <a:rPr lang="nl-NL"/>
              <a:t> a </a:t>
            </a:r>
            <a:r>
              <a:rPr lang="nl-NL" err="1"/>
              <a:t>higher</a:t>
            </a:r>
            <a:r>
              <a:rPr lang="nl-NL"/>
              <a:t> risk of graft failure, </a:t>
            </a:r>
            <a:r>
              <a:rPr lang="nl-NL" err="1"/>
              <a:t>this</a:t>
            </a:r>
            <a:r>
              <a:rPr lang="nl-NL"/>
              <a:t> </a:t>
            </a:r>
            <a:r>
              <a:rPr lang="nl-NL" err="1"/>
              <a:t>prediction</a:t>
            </a:r>
            <a:r>
              <a:rPr lang="nl-NL"/>
              <a:t> </a:t>
            </a:r>
            <a:r>
              <a:rPr lang="nl-NL" err="1"/>
              <a:t>suggests</a:t>
            </a:r>
            <a:r>
              <a:rPr lang="nl-NL"/>
              <a:t> a </a:t>
            </a:r>
            <a:r>
              <a:rPr lang="nl-NL" err="1"/>
              <a:t>somewhat</a:t>
            </a:r>
            <a:r>
              <a:rPr lang="nl-NL"/>
              <a:t> </a:t>
            </a:r>
            <a:r>
              <a:rPr lang="nl-NL" err="1"/>
              <a:t>less</a:t>
            </a:r>
            <a:r>
              <a:rPr lang="nl-NL"/>
              <a:t> </a:t>
            </a:r>
            <a:r>
              <a:rPr lang="nl-NL" err="1"/>
              <a:t>favourable</a:t>
            </a:r>
            <a:r>
              <a:rPr lang="nl-NL"/>
              <a:t> </a:t>
            </a:r>
            <a:r>
              <a:rPr lang="nl-NL" err="1"/>
              <a:t>prognosis</a:t>
            </a:r>
            <a:r>
              <a:rPr lang="nl-NL"/>
              <a:t> </a:t>
            </a:r>
            <a:r>
              <a:rPr lang="nl-NL" err="1"/>
              <a:t>than</a:t>
            </a:r>
            <a:r>
              <a:rPr lang="nl-NL"/>
              <a:t> </a:t>
            </a:r>
            <a:r>
              <a:rPr lang="nl-NL" err="1"/>
              <a:t>the</a:t>
            </a:r>
            <a:r>
              <a:rPr lang="nl-NL"/>
              <a:t> GFR. </a:t>
            </a:r>
            <a:r>
              <a:rPr lang="nl-NL" err="1"/>
              <a:t>However</a:t>
            </a:r>
            <a:r>
              <a:rPr lang="nl-NL"/>
              <a:t>, GFR is a </a:t>
            </a:r>
            <a:r>
              <a:rPr lang="nl-NL" err="1"/>
              <a:t>better</a:t>
            </a:r>
            <a:r>
              <a:rPr lang="nl-NL"/>
              <a:t> predictor </a:t>
            </a:r>
            <a:r>
              <a:rPr lang="nl-NL" err="1"/>
              <a:t>for</a:t>
            </a:r>
            <a:r>
              <a:rPr lang="nl-NL"/>
              <a:t> </a:t>
            </a:r>
            <a:r>
              <a:rPr lang="nl-NL" err="1"/>
              <a:t>kidney</a:t>
            </a:r>
            <a:r>
              <a:rPr lang="nl-NL"/>
              <a:t> failure.</a:t>
            </a:r>
          </a:p>
        </p:txBody>
      </p:sp>
      <p:sp>
        <p:nvSpPr>
          <p:cNvPr id="9" name="Tekstvak 8">
            <a:extLst>
              <a:ext uri="{FF2B5EF4-FFF2-40B4-BE49-F238E27FC236}">
                <a16:creationId xmlns:a16="http://schemas.microsoft.com/office/drawing/2014/main" id="{40FFB22B-6984-6563-2FFF-C89C1294A6C9}"/>
              </a:ext>
            </a:extLst>
          </p:cNvPr>
          <p:cNvSpPr txBox="1"/>
          <p:nvPr/>
        </p:nvSpPr>
        <p:spPr>
          <a:xfrm>
            <a:off x="7925846" y="5779343"/>
            <a:ext cx="3955744" cy="27699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200">
                <a:latin typeface="Tenorite"/>
                <a:ea typeface="Google Sans Text"/>
                <a:cs typeface="Google Sans Text"/>
              </a:rPr>
              <a:t>Figure 16 – dynamic patient-specific prediction (CREAT)</a:t>
            </a:r>
            <a:endParaRPr lang="en-US" sz="1200"/>
          </a:p>
        </p:txBody>
      </p:sp>
    </p:spTree>
    <p:extLst>
      <p:ext uri="{BB962C8B-B14F-4D97-AF65-F5344CB8AC3E}">
        <p14:creationId xmlns:p14="http://schemas.microsoft.com/office/powerpoint/2010/main" val="352799314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418CDD06-E26A-8837-A395-AE22F15FB5E8}"/>
              </a:ext>
            </a:extLst>
          </p:cNvPr>
          <p:cNvSpPr>
            <a:spLocks noGrp="1"/>
          </p:cNvSpPr>
          <p:nvPr>
            <p:ph type="title"/>
          </p:nvPr>
        </p:nvSpPr>
        <p:spPr/>
        <p:txBody>
          <a:bodyPr/>
          <a:lstStyle/>
          <a:p>
            <a:r>
              <a:rPr lang="nl-NL" err="1"/>
              <a:t>Dynamic</a:t>
            </a:r>
            <a:r>
              <a:rPr lang="nl-NL"/>
              <a:t> </a:t>
            </a:r>
            <a:r>
              <a:rPr lang="nl-NL" err="1"/>
              <a:t>prediction</a:t>
            </a:r>
            <a:r>
              <a:rPr lang="nl-NL"/>
              <a:t> MAP: </a:t>
            </a:r>
            <a:r>
              <a:rPr lang="nl-NL" err="1"/>
              <a:t>patient</a:t>
            </a:r>
            <a:r>
              <a:rPr lang="nl-NL"/>
              <a:t> 100</a:t>
            </a:r>
          </a:p>
        </p:txBody>
      </p:sp>
      <p:pic>
        <p:nvPicPr>
          <p:cNvPr id="4" name="Tijdelijke aanduiding voor inhoud 3" descr="Afbeelding met tekst, diagram, lijn, Perceel&#10;&#10;Door AI gegenereerde inhoud is mogelijk onjuist.">
            <a:extLst>
              <a:ext uri="{FF2B5EF4-FFF2-40B4-BE49-F238E27FC236}">
                <a16:creationId xmlns:a16="http://schemas.microsoft.com/office/drawing/2014/main" id="{207A55D2-FE83-8052-F65F-925FDCA4C0FE}"/>
              </a:ext>
            </a:extLst>
          </p:cNvPr>
          <p:cNvPicPr>
            <a:picLocks noGrp="1" noChangeAspect="1"/>
          </p:cNvPicPr>
          <p:nvPr>
            <p:ph idx="1"/>
          </p:nvPr>
        </p:nvPicPr>
        <p:blipFill>
          <a:blip r:embed="rId2"/>
          <a:stretch>
            <a:fillRect/>
          </a:stretch>
        </p:blipFill>
        <p:spPr>
          <a:xfrm>
            <a:off x="5076849" y="2027323"/>
            <a:ext cx="6532470" cy="4272586"/>
          </a:xfrm>
          <a:prstGeom prst="rect">
            <a:avLst/>
          </a:prstGeom>
        </p:spPr>
      </p:pic>
      <p:sp>
        <p:nvSpPr>
          <p:cNvPr id="6" name="Tekstvak 5">
            <a:extLst>
              <a:ext uri="{FF2B5EF4-FFF2-40B4-BE49-F238E27FC236}">
                <a16:creationId xmlns:a16="http://schemas.microsoft.com/office/drawing/2014/main" id="{56D7BD13-53D8-A617-248C-4CD5C606F9C5}"/>
              </a:ext>
            </a:extLst>
          </p:cNvPr>
          <p:cNvSpPr txBox="1"/>
          <p:nvPr/>
        </p:nvSpPr>
        <p:spPr>
          <a:xfrm>
            <a:off x="342304" y="2024062"/>
            <a:ext cx="4554140" cy="434578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endParaRPr lang="nl-NL"/>
          </a:p>
        </p:txBody>
      </p:sp>
      <p:sp>
        <p:nvSpPr>
          <p:cNvPr id="7" name="Tekstvak 6">
            <a:extLst>
              <a:ext uri="{FF2B5EF4-FFF2-40B4-BE49-F238E27FC236}">
                <a16:creationId xmlns:a16="http://schemas.microsoft.com/office/drawing/2014/main" id="{C557561F-A005-A5AD-99D8-5137763FBB70}"/>
              </a:ext>
            </a:extLst>
          </p:cNvPr>
          <p:cNvSpPr txBox="1"/>
          <p:nvPr/>
        </p:nvSpPr>
        <p:spPr>
          <a:xfrm>
            <a:off x="208359" y="2158007"/>
            <a:ext cx="4375546" cy="452431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nl-NL"/>
              <a:t>Using </a:t>
            </a:r>
            <a:r>
              <a:rPr lang="nl-NL" err="1"/>
              <a:t>the</a:t>
            </a:r>
            <a:r>
              <a:rPr lang="nl-NL"/>
              <a:t> joint model </a:t>
            </a:r>
            <a:r>
              <a:rPr lang="nl-NL" err="1"/>
              <a:t>with</a:t>
            </a:r>
            <a:r>
              <a:rPr lang="nl-NL"/>
              <a:t> MAP as </a:t>
            </a:r>
            <a:r>
              <a:rPr lang="nl-NL" err="1"/>
              <a:t>biomarker</a:t>
            </a:r>
            <a:r>
              <a:rPr lang="nl-NL"/>
              <a:t>, we </a:t>
            </a:r>
            <a:r>
              <a:rPr lang="nl-NL" err="1"/>
              <a:t>generated</a:t>
            </a:r>
            <a:r>
              <a:rPr lang="nl-NL"/>
              <a:t> a </a:t>
            </a:r>
            <a:r>
              <a:rPr lang="nl-NL" err="1"/>
              <a:t>dynamic</a:t>
            </a:r>
            <a:r>
              <a:rPr lang="nl-NL"/>
              <a:t> </a:t>
            </a:r>
            <a:r>
              <a:rPr lang="nl-NL" err="1"/>
              <a:t>prediction</a:t>
            </a:r>
            <a:r>
              <a:rPr lang="nl-NL"/>
              <a:t> of graft survival </a:t>
            </a:r>
            <a:r>
              <a:rPr lang="nl-NL" err="1"/>
              <a:t>for</a:t>
            </a:r>
            <a:r>
              <a:rPr lang="nl-NL"/>
              <a:t> </a:t>
            </a:r>
            <a:r>
              <a:rPr lang="nl-NL" err="1"/>
              <a:t>patient</a:t>
            </a:r>
            <a:r>
              <a:rPr lang="nl-NL"/>
              <a:t> ID 100 (</a:t>
            </a:r>
            <a:r>
              <a:rPr lang="nl-NL" err="1"/>
              <a:t>figure</a:t>
            </a:r>
            <a:r>
              <a:rPr lang="nl-NL"/>
              <a:t> 17). At landmark time, </a:t>
            </a:r>
            <a:r>
              <a:rPr lang="nl-NL" err="1"/>
              <a:t>the</a:t>
            </a:r>
            <a:r>
              <a:rPr lang="nl-NL"/>
              <a:t> </a:t>
            </a:r>
            <a:r>
              <a:rPr lang="nl-NL" err="1"/>
              <a:t>predicted</a:t>
            </a:r>
            <a:r>
              <a:rPr lang="nl-NL"/>
              <a:t> survival </a:t>
            </a:r>
            <a:r>
              <a:rPr lang="nl-NL" err="1"/>
              <a:t>probability</a:t>
            </a:r>
            <a:r>
              <a:rPr lang="nl-NL"/>
              <a:t> starts at 1. Five </a:t>
            </a:r>
            <a:r>
              <a:rPr lang="nl-NL" err="1"/>
              <a:t>years</a:t>
            </a:r>
            <a:r>
              <a:rPr lang="nl-NL"/>
              <a:t> </a:t>
            </a:r>
            <a:r>
              <a:rPr lang="nl-NL" err="1"/>
              <a:t>after</a:t>
            </a:r>
            <a:r>
              <a:rPr lang="nl-NL"/>
              <a:t> </a:t>
            </a:r>
            <a:r>
              <a:rPr lang="nl-NL" err="1"/>
              <a:t>transplantation</a:t>
            </a:r>
            <a:r>
              <a:rPr lang="nl-NL"/>
              <a:t>, </a:t>
            </a:r>
            <a:r>
              <a:rPr lang="nl-NL" err="1"/>
              <a:t>the</a:t>
            </a:r>
            <a:r>
              <a:rPr lang="nl-NL"/>
              <a:t> </a:t>
            </a:r>
            <a:r>
              <a:rPr lang="nl-NL" err="1"/>
              <a:t>estimated</a:t>
            </a:r>
            <a:r>
              <a:rPr lang="nl-NL"/>
              <a:t> survival is </a:t>
            </a:r>
            <a:r>
              <a:rPr lang="nl-NL" err="1"/>
              <a:t>slightly</a:t>
            </a:r>
            <a:r>
              <a:rPr lang="nl-NL"/>
              <a:t> </a:t>
            </a:r>
            <a:r>
              <a:rPr lang="nl-NL" err="1"/>
              <a:t>above</a:t>
            </a:r>
            <a:r>
              <a:rPr lang="nl-NL"/>
              <a:t> 80%. At 10 </a:t>
            </a:r>
            <a:r>
              <a:rPr lang="nl-NL" err="1"/>
              <a:t>years</a:t>
            </a:r>
            <a:r>
              <a:rPr lang="nl-NL"/>
              <a:t>, </a:t>
            </a:r>
            <a:r>
              <a:rPr lang="nl-NL" err="1"/>
              <a:t>the</a:t>
            </a:r>
            <a:r>
              <a:rPr lang="nl-NL"/>
              <a:t> </a:t>
            </a:r>
            <a:r>
              <a:rPr lang="nl-NL" err="1"/>
              <a:t>probability</a:t>
            </a:r>
            <a:r>
              <a:rPr lang="nl-NL"/>
              <a:t> </a:t>
            </a:r>
            <a:r>
              <a:rPr lang="nl-NL" err="1"/>
              <a:t>declines</a:t>
            </a:r>
            <a:r>
              <a:rPr lang="nl-NL"/>
              <a:t> </a:t>
            </a:r>
            <a:r>
              <a:rPr lang="nl-NL" err="1"/>
              <a:t>to</a:t>
            </a:r>
            <a:r>
              <a:rPr lang="nl-NL"/>
              <a:t> </a:t>
            </a:r>
            <a:r>
              <a:rPr lang="nl-NL" err="1"/>
              <a:t>around</a:t>
            </a:r>
            <a:r>
              <a:rPr lang="nl-NL"/>
              <a:t> 65% </a:t>
            </a:r>
            <a:r>
              <a:rPr lang="nl-NL" err="1"/>
              <a:t>and</a:t>
            </a:r>
            <a:r>
              <a:rPr lang="nl-NL"/>
              <a:t> </a:t>
            </a:r>
            <a:r>
              <a:rPr lang="nl-NL" err="1"/>
              <a:t>by</a:t>
            </a:r>
            <a:r>
              <a:rPr lang="nl-NL"/>
              <a:t> 20 </a:t>
            </a:r>
            <a:r>
              <a:rPr lang="nl-NL" err="1"/>
              <a:t>years</a:t>
            </a:r>
            <a:r>
              <a:rPr lang="nl-NL"/>
              <a:t> </a:t>
            </a:r>
            <a:r>
              <a:rPr lang="nl-NL" err="1"/>
              <a:t>it</a:t>
            </a:r>
            <a:r>
              <a:rPr lang="nl-NL"/>
              <a:t> </a:t>
            </a:r>
            <a:r>
              <a:rPr lang="nl-NL" err="1"/>
              <a:t>reaches</a:t>
            </a:r>
            <a:r>
              <a:rPr lang="nl-NL"/>
              <a:t> 45%. </a:t>
            </a:r>
            <a:r>
              <a:rPr lang="nl-NL" err="1"/>
              <a:t>Because</a:t>
            </a:r>
            <a:r>
              <a:rPr lang="nl-NL"/>
              <a:t> </a:t>
            </a:r>
            <a:r>
              <a:rPr lang="nl-NL" err="1"/>
              <a:t>higher</a:t>
            </a:r>
            <a:r>
              <a:rPr lang="nl-NL"/>
              <a:t> MAP </a:t>
            </a:r>
            <a:r>
              <a:rPr lang="nl-NL" err="1"/>
              <a:t>values</a:t>
            </a:r>
            <a:r>
              <a:rPr lang="nl-NL"/>
              <a:t> are </a:t>
            </a:r>
            <a:r>
              <a:rPr lang="nl-NL" err="1"/>
              <a:t>associated</a:t>
            </a:r>
            <a:r>
              <a:rPr lang="nl-NL"/>
              <a:t> </a:t>
            </a:r>
            <a:r>
              <a:rPr lang="nl-NL" err="1"/>
              <a:t>with</a:t>
            </a:r>
            <a:r>
              <a:rPr lang="nl-NL"/>
              <a:t> </a:t>
            </a:r>
            <a:r>
              <a:rPr lang="nl-NL" err="1"/>
              <a:t>incresed</a:t>
            </a:r>
            <a:r>
              <a:rPr lang="nl-NL"/>
              <a:t> graft-failure risk, </a:t>
            </a:r>
            <a:r>
              <a:rPr lang="nl-NL" err="1"/>
              <a:t>the</a:t>
            </a:r>
            <a:r>
              <a:rPr lang="nl-NL"/>
              <a:t> </a:t>
            </a:r>
            <a:r>
              <a:rPr lang="nl-NL" err="1"/>
              <a:t>prediction</a:t>
            </a:r>
            <a:r>
              <a:rPr lang="nl-NL"/>
              <a:t> </a:t>
            </a:r>
            <a:r>
              <a:rPr lang="nl-NL" err="1"/>
              <a:t>declines</a:t>
            </a:r>
            <a:r>
              <a:rPr lang="nl-NL"/>
              <a:t> more </a:t>
            </a:r>
            <a:r>
              <a:rPr lang="nl-NL" err="1"/>
              <a:t>steeply</a:t>
            </a:r>
            <a:r>
              <a:rPr lang="nl-NL"/>
              <a:t> over time </a:t>
            </a:r>
            <a:r>
              <a:rPr lang="nl-NL" err="1"/>
              <a:t>compared</a:t>
            </a:r>
            <a:r>
              <a:rPr lang="nl-NL"/>
              <a:t> </a:t>
            </a:r>
            <a:r>
              <a:rPr lang="nl-NL" err="1"/>
              <a:t>with</a:t>
            </a:r>
            <a:r>
              <a:rPr lang="nl-NL"/>
              <a:t> GFR. </a:t>
            </a:r>
            <a:r>
              <a:rPr lang="nl-NL" err="1"/>
              <a:t>However</a:t>
            </a:r>
            <a:r>
              <a:rPr lang="nl-NL"/>
              <a:t>, MAP does </a:t>
            </a:r>
            <a:r>
              <a:rPr lang="nl-NL" err="1"/>
              <a:t>not</a:t>
            </a:r>
            <a:r>
              <a:rPr lang="nl-NL"/>
              <a:t> </a:t>
            </a:r>
            <a:r>
              <a:rPr lang="nl-NL" err="1"/>
              <a:t>measure</a:t>
            </a:r>
            <a:r>
              <a:rPr lang="nl-NL"/>
              <a:t> </a:t>
            </a:r>
            <a:r>
              <a:rPr lang="nl-NL" err="1"/>
              <a:t>kidney</a:t>
            </a:r>
            <a:r>
              <a:rPr lang="nl-NL"/>
              <a:t> </a:t>
            </a:r>
            <a:r>
              <a:rPr lang="nl-NL" err="1"/>
              <a:t>function</a:t>
            </a:r>
            <a:r>
              <a:rPr lang="nl-NL"/>
              <a:t> (</a:t>
            </a:r>
            <a:r>
              <a:rPr lang="nl-NL" err="1"/>
              <a:t>compared</a:t>
            </a:r>
            <a:r>
              <a:rPr lang="nl-NL"/>
              <a:t> </a:t>
            </a:r>
            <a:r>
              <a:rPr lang="nl-NL" err="1"/>
              <a:t>to</a:t>
            </a:r>
            <a:r>
              <a:rPr lang="nl-NL"/>
              <a:t> GFR </a:t>
            </a:r>
            <a:r>
              <a:rPr lang="nl-NL" err="1"/>
              <a:t>and</a:t>
            </a:r>
            <a:r>
              <a:rPr lang="nl-NL"/>
              <a:t> creatinine), </a:t>
            </a:r>
            <a:r>
              <a:rPr lang="nl-NL" err="1"/>
              <a:t>it</a:t>
            </a:r>
            <a:r>
              <a:rPr lang="nl-NL"/>
              <a:t> is a </a:t>
            </a:r>
            <a:r>
              <a:rPr lang="nl-NL" err="1"/>
              <a:t>measure</a:t>
            </a:r>
            <a:r>
              <a:rPr lang="nl-NL"/>
              <a:t> of </a:t>
            </a:r>
            <a:r>
              <a:rPr lang="nl-NL" err="1"/>
              <a:t>blood</a:t>
            </a:r>
            <a:r>
              <a:rPr lang="nl-NL"/>
              <a:t> </a:t>
            </a:r>
            <a:r>
              <a:rPr lang="nl-NL" err="1"/>
              <a:t>pressure</a:t>
            </a:r>
            <a:r>
              <a:rPr lang="nl-NL"/>
              <a:t>. </a:t>
            </a:r>
          </a:p>
        </p:txBody>
      </p:sp>
      <p:sp>
        <p:nvSpPr>
          <p:cNvPr id="5" name="Tekstvak 4">
            <a:extLst>
              <a:ext uri="{FF2B5EF4-FFF2-40B4-BE49-F238E27FC236}">
                <a16:creationId xmlns:a16="http://schemas.microsoft.com/office/drawing/2014/main" id="{0B23A114-FA1A-8A04-F1F8-58C88D8454BC}"/>
              </a:ext>
            </a:extLst>
          </p:cNvPr>
          <p:cNvSpPr txBox="1"/>
          <p:nvPr/>
        </p:nvSpPr>
        <p:spPr>
          <a:xfrm>
            <a:off x="6507353" y="6371358"/>
            <a:ext cx="3920575" cy="27699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200">
                <a:latin typeface="Tenorite"/>
                <a:ea typeface="Google Sans Text"/>
                <a:cs typeface="Google Sans Text"/>
              </a:rPr>
              <a:t>Figure 17 – dynamic patient-specific prediction (MAP)</a:t>
            </a:r>
            <a:endParaRPr lang="en-US" sz="1200"/>
          </a:p>
        </p:txBody>
      </p:sp>
    </p:spTree>
    <p:extLst>
      <p:ext uri="{BB962C8B-B14F-4D97-AF65-F5344CB8AC3E}">
        <p14:creationId xmlns:p14="http://schemas.microsoft.com/office/powerpoint/2010/main" val="142435405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09E878BA-F289-EC21-7CB5-48FBF4EA957A}"/>
              </a:ext>
            </a:extLst>
          </p:cNvPr>
          <p:cNvSpPr>
            <a:spLocks noGrp="1"/>
          </p:cNvSpPr>
          <p:nvPr>
            <p:ph type="title"/>
          </p:nvPr>
        </p:nvSpPr>
        <p:spPr>
          <a:xfrm>
            <a:off x="656013" y="146964"/>
            <a:ext cx="9779183" cy="1570038"/>
          </a:xfrm>
        </p:spPr>
        <p:txBody>
          <a:bodyPr/>
          <a:lstStyle/>
          <a:p>
            <a:r>
              <a:rPr lang="nl-NL" err="1"/>
              <a:t>Conclusion</a:t>
            </a:r>
          </a:p>
        </p:txBody>
      </p:sp>
      <p:sp>
        <p:nvSpPr>
          <p:cNvPr id="3" name="Tijdelijke aanduiding voor inhoud 2">
            <a:extLst>
              <a:ext uri="{FF2B5EF4-FFF2-40B4-BE49-F238E27FC236}">
                <a16:creationId xmlns:a16="http://schemas.microsoft.com/office/drawing/2014/main" id="{370EC0AD-7552-44EA-A905-BDF9B75B953A}"/>
              </a:ext>
            </a:extLst>
          </p:cNvPr>
          <p:cNvSpPr>
            <a:spLocks noGrp="1"/>
          </p:cNvSpPr>
          <p:nvPr>
            <p:ph idx="1"/>
          </p:nvPr>
        </p:nvSpPr>
        <p:spPr/>
        <p:txBody>
          <a:bodyPr vert="horz" lIns="91440" tIns="45720" rIns="91440" bIns="45720" rtlCol="0" anchor="t">
            <a:noAutofit/>
          </a:bodyPr>
          <a:lstStyle/>
          <a:p>
            <a:pPr marL="285750" indent="-285750">
              <a:buFont typeface="Arial"/>
              <a:buChar char="•"/>
            </a:pPr>
            <a:endParaRPr lang="nl-NL"/>
          </a:p>
          <a:p>
            <a:endParaRPr lang="nl-NL"/>
          </a:p>
        </p:txBody>
      </p:sp>
      <p:sp>
        <p:nvSpPr>
          <p:cNvPr id="6" name="Tekstvak 5">
            <a:extLst>
              <a:ext uri="{FF2B5EF4-FFF2-40B4-BE49-F238E27FC236}">
                <a16:creationId xmlns:a16="http://schemas.microsoft.com/office/drawing/2014/main" id="{E1EB7464-A9B7-5FF3-5C50-5BCB6E994A5A}"/>
              </a:ext>
            </a:extLst>
          </p:cNvPr>
          <p:cNvSpPr txBox="1"/>
          <p:nvPr/>
        </p:nvSpPr>
        <p:spPr>
          <a:xfrm>
            <a:off x="431601" y="1905000"/>
            <a:ext cx="5848945" cy="418207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endParaRPr lang="nl-NL"/>
          </a:p>
        </p:txBody>
      </p:sp>
      <p:sp>
        <p:nvSpPr>
          <p:cNvPr id="7" name="Tekstvak 6">
            <a:extLst>
              <a:ext uri="{FF2B5EF4-FFF2-40B4-BE49-F238E27FC236}">
                <a16:creationId xmlns:a16="http://schemas.microsoft.com/office/drawing/2014/main" id="{9F257960-4769-C4FA-1A28-11552EC2E32A}"/>
              </a:ext>
            </a:extLst>
          </p:cNvPr>
          <p:cNvSpPr txBox="1"/>
          <p:nvPr/>
        </p:nvSpPr>
        <p:spPr>
          <a:xfrm>
            <a:off x="656013" y="2116752"/>
            <a:ext cx="8699431" cy="397031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noProof="0"/>
              <a:t>For this assignment we compared standard Cox regression with time-dependent covariates to joint Cox-LME models for predicting graft failure after kidney transplantation. Although both approaches found GFR, creatinine and MAP as important predictors, the joint models provided a more complete picture of how the biomarkers change over time and how this affects patient's risk. </a:t>
            </a:r>
          </a:p>
          <a:p>
            <a:endParaRPr lang="en-US" noProof="0"/>
          </a:p>
          <a:p>
            <a:r>
              <a:rPr lang="en-US" noProof="0"/>
              <a:t>By using the joint models, we were able to </a:t>
            </a:r>
            <a:r>
              <a:rPr lang="en-US"/>
              <a:t>produce </a:t>
            </a:r>
            <a:r>
              <a:rPr lang="en-US" noProof="0"/>
              <a:t>dynamic survival predictions. Where each model predicted a specific patient's survival per new biomarker. This led to a </a:t>
            </a:r>
            <a:r>
              <a:rPr lang="en-GB"/>
              <a:t>continuously updated patient prediction.</a:t>
            </a:r>
            <a:endParaRPr lang="en-US" noProof="0"/>
          </a:p>
          <a:p>
            <a:endParaRPr lang="en-US" noProof="0"/>
          </a:p>
          <a:p>
            <a:r>
              <a:rPr lang="en-US" noProof="0"/>
              <a:t>Overall, we conclude that while the Cox </a:t>
            </a:r>
            <a:r>
              <a:rPr lang="en-US"/>
              <a:t>regression model provides a useful basis insight, the </a:t>
            </a:r>
            <a:r>
              <a:rPr lang="en-US" noProof="0"/>
              <a:t>joint Cox-LME models provided a more comprehensive framework on the risk of graft failure. </a:t>
            </a:r>
          </a:p>
          <a:p>
            <a:endParaRPr lang="en-US" noProof="0"/>
          </a:p>
        </p:txBody>
      </p:sp>
    </p:spTree>
    <p:extLst>
      <p:ext uri="{BB962C8B-B14F-4D97-AF65-F5344CB8AC3E}">
        <p14:creationId xmlns:p14="http://schemas.microsoft.com/office/powerpoint/2010/main" val="3611855768"/>
      </p:ext>
    </p:extLst>
  </p:cSld>
  <p:clrMapOvr>
    <a:masterClrMapping/>
  </p:clrMapOvr>
</p:sld>
</file>

<file path=ppt/theme/theme1.xml><?xml version="1.0" encoding="utf-8"?>
<a:theme xmlns:a="http://schemas.openxmlformats.org/drawingml/2006/main" name="Custom">
  <a:themeElements>
    <a:clrScheme name="Oranjerood">
      <a:dk1>
        <a:sysClr val="windowText" lastClr="000000"/>
      </a:dk1>
      <a:lt1>
        <a:sysClr val="window" lastClr="FFFFFF"/>
      </a:lt1>
      <a:dk2>
        <a:srgbClr val="696464"/>
      </a:dk2>
      <a:lt2>
        <a:srgbClr val="E9E5DC"/>
      </a:lt2>
      <a:accent1>
        <a:srgbClr val="D34817"/>
      </a:accent1>
      <a:accent2>
        <a:srgbClr val="9B2D1F"/>
      </a:accent2>
      <a:accent3>
        <a:srgbClr val="A28E6A"/>
      </a:accent3>
      <a:accent4>
        <a:srgbClr val="956251"/>
      </a:accent4>
      <a:accent5>
        <a:srgbClr val="918485"/>
      </a:accent5>
      <a:accent6>
        <a:srgbClr val="855D5D"/>
      </a:accent6>
      <a:hlink>
        <a:srgbClr val="CC9900"/>
      </a:hlink>
      <a:folHlink>
        <a:srgbClr val="96A9A9"/>
      </a:folHlink>
    </a:clrScheme>
    <a:fontScheme name="Custom 75">
      <a:majorFont>
        <a:latin typeface="Tenorite"/>
        <a:ea typeface=""/>
        <a:cs typeface=""/>
      </a:majorFont>
      <a:minorFont>
        <a:latin typeface="Tenorite"/>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TM45331398_Win32_SL_V13" id="{C59E605D-C281-4A06-BDA0-E97A35AC3AA8}" vid="{25D1D206-DA25-4050-926A-BD6D3A1B506F}"/>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28" ma:contentTypeDescription="Create a new document." ma:contentTypeScope="" ma:versionID="60f5a4f2d2b0abadcf532d48ebf9cb71">
  <xsd:schema xmlns:xsd="http://www.w3.org/2001/XMLSchema" xmlns:xs="http://www.w3.org/2001/XMLSchema" xmlns:p="http://schemas.microsoft.com/office/2006/metadata/properties" xmlns:ns1="http://schemas.microsoft.com/sharepoint/v3" xmlns:ns2="71af3243-3dd4-4a8d-8c0d-dd76da1f02a5" xmlns:ns3="16c05727-aa75-4e4a-9b5f-8a80a1165891" xmlns:ns4="230e9df3-be65-4c73-a93b-d1236ebd677e" targetNamespace="http://schemas.microsoft.com/office/2006/metadata/properties" ma:root="true" ma:fieldsID="7dd78129e6a1811f84807ad11c651531" ns1:_="" ns2:_="" ns3:_="" ns4:_="">
    <xsd:import namespace="http://schemas.microsoft.com/sharepoint/v3"/>
    <xsd:import namespace="71af3243-3dd4-4a8d-8c0d-dd76da1f02a5"/>
    <xsd:import namespace="16c05727-aa75-4e4a-9b5f-8a80a1165891"/>
    <xsd:import namespace="230e9df3-be65-4c73-a93b-d1236ebd677e"/>
    <xsd:element name="properties">
      <xsd:complexType>
        <xsd:sequence>
          <xsd:element name="documentManagement">
            <xsd:complexType>
              <xsd:all>
                <xsd:element ref="ns2:Status" minOccurs="0"/>
                <xsd:element ref="ns2:Image" minOccurs="0"/>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1:_ip_UnifiedCompliancePolicyProperties" minOccurs="0"/>
                <xsd:element ref="ns1:_ip_UnifiedCompliancePolicyUIAction" minOccurs="0"/>
                <xsd:element ref="ns4:TaxCatchAll" minOccurs="0"/>
                <xsd:element ref="ns2:ImageTagsTaxHTField" minOccurs="0"/>
                <xsd:element ref="ns2:MediaServiceLocation" minOccurs="0"/>
                <xsd:element ref="ns2:MediaLengthInSeconds" minOccurs="0"/>
                <xsd:element ref="ns2:Background" minOccurs="0"/>
                <xsd:element ref="ns2:MediaServiceSearchProperties" minOccurs="0"/>
                <xsd:element ref="ns2:MediaServiceDocTags" minOccurs="0"/>
                <xsd:element ref="ns2:MediaServiceObjectDetectorVersions" minOccurs="0"/>
                <xsd:element ref="ns2:MediaServiceSystemTag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0" nillable="true" ma:displayName="Unified Compliance Policy Properties" ma:hidden="true" ma:internalName="_ip_UnifiedCompliancePolicyProperties" ma:readOnly="false">
      <xsd:simpleType>
        <xsd:restriction base="dms:Note"/>
      </xsd:simpleType>
    </xsd:element>
    <xsd:element name="_ip_UnifiedCompliancePolicyUIAction" ma:index="21" nillable="true" ma:displayName="Unified Compliance Policy UI Action" ma:hidden="true" ma:internalName="_ip_UnifiedCompliancePolicyUIAction" ma:readOnly="fals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Status" ma:index="2" nillable="true" ma:displayName="Status" ma:default="Not started" ma:format="Dropdown" ma:internalName="Status" ma:readOnly="false">
      <xsd:simpleType>
        <xsd:restriction base="dms:Choice">
          <xsd:enumeration value="Not started"/>
          <xsd:enumeration value="In Progress"/>
          <xsd:enumeration value="Completed"/>
        </xsd:restriction>
      </xsd:simpleType>
    </xsd:element>
    <xsd:element name="Image" ma:index="3" nillable="true" ma:displayName="Image" ma:format="Image" ma:internalName="Image" ma:readOnly="false">
      <xsd:complexType>
        <xsd:complexContent>
          <xsd:extension base="dms:URL">
            <xsd:sequence>
              <xsd:element name="Url" type="dms:ValidUrl" minOccurs="0" nillable="true"/>
              <xsd:element name="Description" type="xsd:string" nillable="true"/>
            </xsd:sequence>
          </xsd:extension>
        </xsd:complexContent>
      </xsd:complexType>
    </xsd:element>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hidden="true" ma:internalName="MediaServiceOCR" ma:readOnly="true">
      <xsd:simpleType>
        <xsd:restriction base="dms:Note"/>
      </xsd:simpleType>
    </xsd:element>
    <xsd:element name="MediaServiceAutoTags" ma:index="11" nillable="true" ma:displayName="MediaServiceAutoTags" ma:hidden="true"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hidden="true" ma:internalName="MediaServiceKeyPoints" ma:readOnly="false">
      <xsd:simpleType>
        <xsd:restriction base="dms:Note"/>
      </xsd:simpleType>
    </xsd:element>
    <xsd:element name="MediaServiceDateTaken" ma:index="18" nillable="true" ma:displayName="MediaServiceDateTaken" ma:hidden="true" ma:internalName="MediaServiceDateTaken" ma:readOnly="true">
      <xsd:simpleType>
        <xsd:restriction base="dms:Text"/>
      </xsd:simpleType>
    </xsd:element>
    <xsd:element name="ImageTagsTaxHTField" ma:index="25" nillable="true" ma:taxonomy="true" ma:internalName="ImageTagsTaxHTField" ma:taxonomyFieldName="MediaServiceImageTags" ma:displayName="Image Tags" ma:readOnly="false" ma:fieldId="{5cf76f15-5ced-4ddc-b409-7134ff3c332f}" ma:taxonomyMulti="true" ma:sspId="e385fb40-52d4-4fae-9c5b-3e8ff8a5878e" ma:termSetId="09814cd3-568e-fe90-9814-8d621ff8fb84" ma:anchorId="fba54fb3-c3e1-fe81-a776-ca4b69148c4d" ma:open="true" ma:isKeyword="false">
      <xsd:complexType>
        <xsd:sequence>
          <xsd:element ref="pc:Terms" minOccurs="0" maxOccurs="1"/>
        </xsd:sequence>
      </xsd:complexType>
    </xsd:element>
    <xsd:element name="MediaServiceLocation" ma:index="26" nillable="true" ma:displayName="Location" ma:hidden="true" ma:internalName="MediaServiceLocation" ma:readOnly="true">
      <xsd:simpleType>
        <xsd:restriction base="dms:Text"/>
      </xsd:simpleType>
    </xsd:element>
    <xsd:element name="MediaLengthInSeconds" ma:index="27" nillable="true" ma:displayName="MediaLengthInSeconds" ma:hidden="true" ma:internalName="MediaLengthInSeconds" ma:readOnly="true">
      <xsd:simpleType>
        <xsd:restriction base="dms:Unknown"/>
      </xsd:simpleType>
    </xsd:element>
    <xsd:element name="Background" ma:index="28" nillable="true" ma:displayName="Background" ma:default="0" ma:format="Dropdown" ma:internalName="Background">
      <xsd:simpleType>
        <xsd:restriction base="dms:Boolean"/>
      </xsd:simpleType>
    </xsd:element>
    <xsd:element name="MediaServiceSearchProperties" ma:index="29" nillable="true" ma:displayName="MediaServiceSearchProperties" ma:hidden="true" ma:internalName="MediaServiceSearchProperties" ma:readOnly="true">
      <xsd:simpleType>
        <xsd:restriction base="dms:Note"/>
      </xsd:simpleType>
    </xsd:element>
    <xsd:element name="MediaServiceDocTags" ma:index="30" nillable="true" ma:displayName="MediaServiceDocTags" ma:hidden="true" ma:internalName="MediaServiceDocTags" ma:readOnly="true">
      <xsd:simpleType>
        <xsd:restriction base="dms:Note"/>
      </xsd:simpleType>
    </xsd:element>
    <xsd:element name="MediaServiceObjectDetectorVersions" ma:index="31" nillable="true" ma:displayName="MediaServiceObjectDetectorVersions" ma:description="" ma:hidden="true" ma:indexed="true" ma:internalName="MediaServiceObjectDetectorVersions" ma:readOnly="true">
      <xsd:simpleType>
        <xsd:restriction base="dms:Text"/>
      </xsd:simpleType>
    </xsd:element>
    <xsd:element name="MediaServiceSystemTags" ma:index="32" nillable="true" ma:displayName="MediaServiceSystemTags" ma:hidden="true" ma:internalName="MediaServiceSystemTag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hidden="true"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hidden="true" ma:internalName="SharedWithDetail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230e9df3-be65-4c73-a93b-d1236ebd677e" elementFormDefault="qualified">
    <xsd:import namespace="http://schemas.microsoft.com/office/2006/documentManagement/types"/>
    <xsd:import namespace="http://schemas.microsoft.com/office/infopath/2007/PartnerControls"/>
    <xsd:element name="TaxCatchAll" ma:index="23" nillable="true" ma:displayName="Taxonomy Catch All Column" ma:hidden="true" ma:list="{3f6bfcbc-3db3-4ae6-bd76-326f0798ad28}" ma:internalName="TaxCatchAll" ma:readOnly="false" ma:showField="CatchAllData" ma:web="16c05727-aa75-4e4a-9b5f-8a80a1165891">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displayName="Content Type"/>
        <xsd:element ref="dc:title" minOccurs="0" maxOccurs="1" ma:index="1"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Image xmlns="71af3243-3dd4-4a8d-8c0d-dd76da1f02a5">
      <Url xsi:nil="true"/>
      <Description xsi:nil="true"/>
    </Image>
    <Status xmlns="71af3243-3dd4-4a8d-8c0d-dd76da1f02a5">Not started</Status>
    <Background xmlns="71af3243-3dd4-4a8d-8c0d-dd76da1f02a5">false</Background>
    <_ip_UnifiedCompliancePolicyProperties xmlns="http://schemas.microsoft.com/sharepoint/v3" xsi:nil="true"/>
    <ImageTagsTaxHTField xmlns="71af3243-3dd4-4a8d-8c0d-dd76da1f02a5">
      <Terms xmlns="http://schemas.microsoft.com/office/infopath/2007/PartnerControls"/>
    </ImageTagsTaxHTField>
    <TaxCatchAll xmlns="230e9df3-be65-4c73-a93b-d1236ebd677e" xsi:nil="true"/>
    <MediaServiceKeyPoints xmlns="71af3243-3dd4-4a8d-8c0d-dd76da1f02a5" xsi:nil="true"/>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5AA6A711-2C3F-4EC0-B88B-62D740851176}">
  <ds:schemaRefs>
    <ds:schemaRef ds:uri="16c05727-aa75-4e4a-9b5f-8a80a1165891"/>
    <ds:schemaRef ds:uri="230e9df3-be65-4c73-a93b-d1236ebd677e"/>
    <ds:schemaRef ds:uri="71af3243-3dd4-4a8d-8c0d-dd76da1f02a5"/>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microsoft.com/sharepoint/v3"/>
    <ds:schemaRef ds:uri="http://schemas.openxmlformats.org/package/2006/metadata/core-properties"/>
    <ds:schemaRef ds:uri="http://www.w3.org/2001/XMLSchema"/>
  </ds:schemaRefs>
</ds:datastoreItem>
</file>

<file path=customXml/itemProps2.xml><?xml version="1.0" encoding="utf-8"?>
<ds:datastoreItem xmlns:ds="http://schemas.openxmlformats.org/officeDocument/2006/customXml" ds:itemID="{61E98C35-9ECE-4425-BCBA-00E118C705CE}">
  <ds:schemaRefs>
    <ds:schemaRef ds:uri="230e9df3-be65-4c73-a93b-d1236ebd677e"/>
    <ds:schemaRef ds:uri="71af3243-3dd4-4a8d-8c0d-dd76da1f02a5"/>
    <ds:schemaRef ds:uri="http://schemas.microsoft.com/office/2006/metadata/properties"/>
    <ds:schemaRef ds:uri="http://schemas.microsoft.com/office/infopath/2007/PartnerControls"/>
    <ds:schemaRef ds:uri="http://schemas.microsoft.com/sharepoint/v3"/>
  </ds:schemaRefs>
</ds:datastoreItem>
</file>

<file path=customXml/itemProps3.xml><?xml version="1.0" encoding="utf-8"?>
<ds:datastoreItem xmlns:ds="http://schemas.openxmlformats.org/officeDocument/2006/customXml" ds:itemID="{45A8381C-73EB-48EA-B45F-7B7C8C7DF409}">
  <ds:schemaRefs>
    <ds:schemaRef ds:uri="http://schemas.microsoft.com/sharepoint/v3/contenttype/forms"/>
  </ds:schemaRefs>
</ds:datastoreItem>
</file>

<file path=docMetadata/LabelInfo.xml><?xml version="1.0" encoding="utf-8"?>
<clbl:labelList xmlns:clbl="http://schemas.microsoft.com/office/2020/mipLabelMetadata"/>
</file>

<file path=docProps/app.xml><?xml version="1.0" encoding="utf-8"?>
<Properties xmlns="http://schemas.openxmlformats.org/officeDocument/2006/extended-properties" xmlns:vt="http://schemas.openxmlformats.org/officeDocument/2006/docPropsVTypes">
  <Template>{8B951639-6A9A-4BC4-ADC8-8C5D93F788D9}TF0e83fa2d-9a66-4e5e-9e82-acc620be7a498e277179_win32-f234380521c6</Template>
  <Application>Microsoft Office PowerPoint</Application>
  <PresentationFormat>Widescreen</PresentationFormat>
  <Slides>22</Slides>
  <Notes>2</Notes>
  <HiddenSlides>0</HiddenSlides>
  <ScaleCrop>false</ScaleCrop>
  <HeadingPairs>
    <vt:vector size="4" baseType="variant">
      <vt:variant>
        <vt:lpstr>Theme</vt:lpstr>
      </vt:variant>
      <vt:variant>
        <vt:i4>1</vt:i4>
      </vt:variant>
      <vt:variant>
        <vt:lpstr>Slide Titles</vt:lpstr>
      </vt:variant>
      <vt:variant>
        <vt:i4>22</vt:i4>
      </vt:variant>
    </vt:vector>
  </HeadingPairs>
  <TitlesOfParts>
    <vt:vector size="23" baseType="lpstr">
      <vt:lpstr>Custom</vt:lpstr>
      <vt:lpstr>Predictive value of repeated measures for graft and patient failure</vt:lpstr>
      <vt:lpstr>Baseline characteristics 'd'</vt:lpstr>
      <vt:lpstr>PowerPoint Presentation</vt:lpstr>
      <vt:lpstr>Data description Repeated measures</vt:lpstr>
      <vt:lpstr>Data description</vt:lpstr>
      <vt:lpstr>Missing data</vt:lpstr>
      <vt:lpstr>Cox regression Baseline covariates</vt:lpstr>
      <vt:lpstr>Cox regression  Time dependent covariates</vt:lpstr>
      <vt:lpstr>Cox regression</vt:lpstr>
      <vt:lpstr>Assumptions Cox model</vt:lpstr>
      <vt:lpstr>Competing risks</vt:lpstr>
      <vt:lpstr>Create LME models</vt:lpstr>
      <vt:lpstr>Assumptions LME models</vt:lpstr>
      <vt:lpstr>Joint Cox–LME model GFR</vt:lpstr>
      <vt:lpstr>Joint Cox–LME model CREAT</vt:lpstr>
      <vt:lpstr>Joint Cox–LME model MAP</vt:lpstr>
      <vt:lpstr>Assumptions Joint Cox-LME</vt:lpstr>
      <vt:lpstr>Comparison of Time-dependent Cox vs Joint models</vt:lpstr>
      <vt:lpstr>Dynamic prediction GFR: patient 100</vt:lpstr>
      <vt:lpstr>Dynamic prediction CREAT: patient 100</vt:lpstr>
      <vt:lpstr>Dynamic prediction MAP: patient 100</vt:lpstr>
      <vt:lpstr>Conclusion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Tyenca de Graf</dc:creator>
  <cp:revision>1</cp:revision>
  <dcterms:created xsi:type="dcterms:W3CDTF">2025-11-10T17:17:31Z</dcterms:created>
  <dcterms:modified xsi:type="dcterms:W3CDTF">2025-11-23T18:29:59Z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